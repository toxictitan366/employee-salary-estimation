
<file path=[Content_Types].xml><?xml version="1.0" encoding="utf-8"?>
<Types xmlns="http://schemas.openxmlformats.org/package/2006/content-types">
  <Default Extension="glb" ContentType="model/gltf.binary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6" r:id="rId5"/>
    <p:sldId id="297" r:id="rId6"/>
    <p:sldId id="286" r:id="rId7"/>
    <p:sldId id="261" r:id="rId8"/>
    <p:sldId id="285" r:id="rId9"/>
    <p:sldId id="263" r:id="rId10"/>
    <p:sldId id="265" r:id="rId11"/>
    <p:sldId id="262" r:id="rId12"/>
    <p:sldId id="278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1100"/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91FCC-1E00-4229-8C35-959AC8875D60}" v="120" dt="2026-10-28T20:40:00.151"/>
  </p1510:revLst>
</p1510:revInfo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887" autoAdjust="0"/>
  </p:normalViewPr>
  <p:slideViewPr>
    <p:cSldViewPr snapToGrid="0" showGuides="1">
      <p:cViewPr>
        <p:scale>
          <a:sx n="75" d="100"/>
          <a:sy n="75" d="100"/>
        </p:scale>
        <p:origin x="9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 Singh" userId="c609ecda71f365eb" providerId="LiveId" clId="{6767F89B-F3E9-4FB1-8E31-AEF072F96D6D}"/>
    <pc:docChg chg="undo custSel delSld modSld">
      <pc:chgData name="Pratham Singh" userId="c609ecda71f365eb" providerId="LiveId" clId="{6767F89B-F3E9-4FB1-8E31-AEF072F96D6D}" dt="2026-10-28T20:41:00.181" v="862" actId="207"/>
      <pc:docMkLst>
        <pc:docMk/>
      </pc:docMkLst>
      <pc:sldChg chg="modSp mod modTransition">
        <pc:chgData name="Pratham Singh" userId="c609ecda71f365eb" providerId="LiveId" clId="{6767F89B-F3E9-4FB1-8E31-AEF072F96D6D}" dt="2026-10-28T20:39:40.427" v="854"/>
        <pc:sldMkLst>
          <pc:docMk/>
          <pc:sldMk cId="3666674671" sldId="261"/>
        </pc:sldMkLst>
        <pc:graphicFrameChg chg="mod modGraphic">
          <ac:chgData name="Pratham Singh" userId="c609ecda71f365eb" providerId="LiveId" clId="{6767F89B-F3E9-4FB1-8E31-AEF072F96D6D}" dt="2026-10-28T16:57:42.247" v="839" actId="207"/>
          <ac:graphicFrameMkLst>
            <pc:docMk/>
            <pc:sldMk cId="3666674671" sldId="261"/>
            <ac:graphicFrameMk id="12" creationId="{77C1BAA4-05CB-0C7F-7740-EBE71CF7F7EC}"/>
          </ac:graphicFrameMkLst>
        </pc:graphicFrameChg>
      </pc:sldChg>
      <pc:sldChg chg="addSp delSp modSp mod modTransition">
        <pc:chgData name="Pratham Singh" userId="c609ecda71f365eb" providerId="LiveId" clId="{6767F89B-F3E9-4FB1-8E31-AEF072F96D6D}" dt="2026-10-28T20:41:00.181" v="862" actId="207"/>
        <pc:sldMkLst>
          <pc:docMk/>
          <pc:sldMk cId="1210802199" sldId="262"/>
        </pc:sldMkLst>
        <pc:spChg chg="mod">
          <ac:chgData name="Pratham Singh" userId="c609ecda71f365eb" providerId="LiveId" clId="{6767F89B-F3E9-4FB1-8E31-AEF072F96D6D}" dt="2026-10-28T16:24:38.781" v="537" actId="5793"/>
          <ac:spMkLst>
            <pc:docMk/>
            <pc:sldMk cId="1210802199" sldId="262"/>
            <ac:spMk id="2" creationId="{28BAC361-0D7A-DC05-86B5-6DD77D322F5B}"/>
          </ac:spMkLst>
        </pc:spChg>
        <pc:spChg chg="del mod">
          <ac:chgData name="Pratham Singh" userId="c609ecda71f365eb" providerId="LiveId" clId="{6767F89B-F3E9-4FB1-8E31-AEF072F96D6D}" dt="2026-10-28T16:26:26.993" v="540" actId="12084"/>
          <ac:spMkLst>
            <pc:docMk/>
            <pc:sldMk cId="1210802199" sldId="262"/>
            <ac:spMk id="3" creationId="{1BE98EFF-197D-3136-70B9-7BBD30A48931}"/>
          </ac:spMkLst>
        </pc:spChg>
        <pc:spChg chg="del mod">
          <ac:chgData name="Pratham Singh" userId="c609ecda71f365eb" providerId="LiveId" clId="{6767F89B-F3E9-4FB1-8E31-AEF072F96D6D}" dt="2026-10-28T16:27:30.221" v="544" actId="478"/>
          <ac:spMkLst>
            <pc:docMk/>
            <pc:sldMk cId="1210802199" sldId="262"/>
            <ac:spMk id="4" creationId="{D97126AE-AE4A-97A5-21F5-E5ACF7E0605F}"/>
          </ac:spMkLst>
        </pc:spChg>
        <pc:spChg chg="add mod">
          <ac:chgData name="Pratham Singh" userId="c609ecda71f365eb" providerId="LiveId" clId="{6767F89B-F3E9-4FB1-8E31-AEF072F96D6D}" dt="2026-10-28T20:40:56.409" v="861" actId="207"/>
          <ac:spMkLst>
            <pc:docMk/>
            <pc:sldMk cId="1210802199" sldId="262"/>
            <ac:spMk id="6" creationId="{44108F0B-4F7D-4552-ABE8-0F16FF09F7F7}"/>
          </ac:spMkLst>
        </pc:spChg>
        <pc:spChg chg="add mod">
          <ac:chgData name="Pratham Singh" userId="c609ecda71f365eb" providerId="LiveId" clId="{6767F89B-F3E9-4FB1-8E31-AEF072F96D6D}" dt="2026-10-28T20:41:00.181" v="862" actId="207"/>
          <ac:spMkLst>
            <pc:docMk/>
            <pc:sldMk cId="1210802199" sldId="262"/>
            <ac:spMk id="7" creationId="{A9ABC7D0-6626-CCA1-04E3-A911A6EB474C}"/>
          </ac:spMkLst>
        </pc:spChg>
        <pc:graphicFrameChg chg="add mod modGraphic">
          <ac:chgData name="Pratham Singh" userId="c609ecda71f365eb" providerId="LiveId" clId="{6767F89B-F3E9-4FB1-8E31-AEF072F96D6D}" dt="2026-10-28T16:52:54.338" v="808" actId="12269"/>
          <ac:graphicFrameMkLst>
            <pc:docMk/>
            <pc:sldMk cId="1210802199" sldId="262"/>
            <ac:graphicFrameMk id="5" creationId="{1DAE94CA-F9F8-9020-7AF9-2C2F207EEFCF}"/>
          </ac:graphicFrameMkLst>
        </pc:graphicFrameChg>
      </pc:sldChg>
      <pc:sldChg chg="addSp delSp modSp mod modTransition">
        <pc:chgData name="Pratham Singh" userId="c609ecda71f365eb" providerId="LiveId" clId="{6767F89B-F3E9-4FB1-8E31-AEF072F96D6D}" dt="2026-10-28T20:39:48.565" v="856"/>
        <pc:sldMkLst>
          <pc:docMk/>
          <pc:sldMk cId="2737241225" sldId="263"/>
        </pc:sldMkLst>
        <pc:spChg chg="mod">
          <ac:chgData name="Pratham Singh" userId="c609ecda71f365eb" providerId="LiveId" clId="{6767F89B-F3E9-4FB1-8E31-AEF072F96D6D}" dt="2026-10-28T16:54:51.228" v="823" actId="1076"/>
          <ac:spMkLst>
            <pc:docMk/>
            <pc:sldMk cId="2737241225" sldId="263"/>
            <ac:spMk id="2" creationId="{338A15DE-D135-0710-9984-A0A55E960CB0}"/>
          </ac:spMkLst>
        </pc:spChg>
        <pc:spChg chg="mod">
          <ac:chgData name="Pratham Singh" userId="c609ecda71f365eb" providerId="LiveId" clId="{6767F89B-F3E9-4FB1-8E31-AEF072F96D6D}" dt="2026-10-28T16:55:15.690" v="828" actId="1076"/>
          <ac:spMkLst>
            <pc:docMk/>
            <pc:sldMk cId="2737241225" sldId="263"/>
            <ac:spMk id="3" creationId="{ECC8AA23-D8D0-93BE-5C5F-103A750B0D2F}"/>
          </ac:spMkLst>
        </pc:spChg>
        <pc:spChg chg="add del mod">
          <ac:chgData name="Pratham Singh" userId="c609ecda71f365eb" providerId="LiveId" clId="{6767F89B-F3E9-4FB1-8E31-AEF072F96D6D}" dt="2026-10-27T16:25:56.012" v="286"/>
          <ac:spMkLst>
            <pc:docMk/>
            <pc:sldMk cId="2737241225" sldId="263"/>
            <ac:spMk id="5" creationId="{D18401EC-49F5-8743-44CA-11DA1A853804}"/>
          </ac:spMkLst>
        </pc:spChg>
        <pc:spChg chg="add mod">
          <ac:chgData name="Pratham Singh" userId="c609ecda71f365eb" providerId="LiveId" clId="{6767F89B-F3E9-4FB1-8E31-AEF072F96D6D}" dt="2026-10-28T16:54:54.152" v="824" actId="1076"/>
          <ac:spMkLst>
            <pc:docMk/>
            <pc:sldMk cId="2737241225" sldId="263"/>
            <ac:spMk id="6" creationId="{9932A57A-3DE7-CECF-098A-A5F53A4E7AFF}"/>
          </ac:spMkLst>
        </pc:spChg>
        <pc:spChg chg="add mod">
          <ac:chgData name="Pratham Singh" userId="c609ecda71f365eb" providerId="LiveId" clId="{6767F89B-F3E9-4FB1-8E31-AEF072F96D6D}" dt="2026-10-28T16:54:58.761" v="825" actId="1076"/>
          <ac:spMkLst>
            <pc:docMk/>
            <pc:sldMk cId="2737241225" sldId="263"/>
            <ac:spMk id="7" creationId="{04C8C291-0DD7-D5B0-21B8-21E56CD88D42}"/>
          </ac:spMkLst>
        </pc:spChg>
        <pc:spChg chg="add mod">
          <ac:chgData name="Pratham Singh" userId="c609ecda71f365eb" providerId="LiveId" clId="{6767F89B-F3E9-4FB1-8E31-AEF072F96D6D}" dt="2026-10-28T16:55:12.209" v="827" actId="1076"/>
          <ac:spMkLst>
            <pc:docMk/>
            <pc:sldMk cId="2737241225" sldId="263"/>
            <ac:spMk id="8" creationId="{A541E92A-FF5A-8DD3-BDB4-9D97ECABEF41}"/>
          </ac:spMkLst>
        </pc:spChg>
        <pc:spChg chg="add mod ord">
          <ac:chgData name="Pratham Singh" userId="c609ecda71f365eb" providerId="LiveId" clId="{6767F89B-F3E9-4FB1-8E31-AEF072F96D6D}" dt="2026-10-28T16:55:03.966" v="826" actId="1076"/>
          <ac:spMkLst>
            <pc:docMk/>
            <pc:sldMk cId="2737241225" sldId="263"/>
            <ac:spMk id="9" creationId="{36727984-4D54-4941-F7E8-69BEFE98F038}"/>
          </ac:spMkLst>
        </pc:spChg>
        <pc:graphicFrameChg chg="del mod modGraphic">
          <ac:chgData name="Pratham Singh" userId="c609ecda71f365eb" providerId="LiveId" clId="{6767F89B-F3E9-4FB1-8E31-AEF072F96D6D}" dt="2026-10-27T16:25:42.627" v="285" actId="478"/>
          <ac:graphicFrameMkLst>
            <pc:docMk/>
            <pc:sldMk cId="2737241225" sldId="263"/>
            <ac:graphicFrameMk id="14" creationId="{A7FD81E4-2CEB-1301-59FF-81509B86E571}"/>
          </ac:graphicFrameMkLst>
        </pc:graphicFrameChg>
      </pc:sldChg>
      <pc:sldChg chg="addSp delSp modSp mod modTransition">
        <pc:chgData name="Pratham Singh" userId="c609ecda71f365eb" providerId="LiveId" clId="{6767F89B-F3E9-4FB1-8E31-AEF072F96D6D}" dt="2026-10-28T20:39:51.269" v="857"/>
        <pc:sldMkLst>
          <pc:docMk/>
          <pc:sldMk cId="729609147" sldId="265"/>
        </pc:sldMkLst>
        <pc:spChg chg="mod">
          <ac:chgData name="Pratham Singh" userId="c609ecda71f365eb" providerId="LiveId" clId="{6767F89B-F3E9-4FB1-8E31-AEF072F96D6D}" dt="2026-10-28T16:10:58.952" v="366" actId="1076"/>
          <ac:spMkLst>
            <pc:docMk/>
            <pc:sldMk cId="729609147" sldId="265"/>
            <ac:spMk id="2" creationId="{314C27C8-165C-5513-DB4B-9D840097C545}"/>
          </ac:spMkLst>
        </pc:spChg>
        <pc:spChg chg="del mod">
          <ac:chgData name="Pratham Singh" userId="c609ecda71f365eb" providerId="LiveId" clId="{6767F89B-F3E9-4FB1-8E31-AEF072F96D6D}" dt="2026-10-28T16:12:49.307" v="375" actId="478"/>
          <ac:spMkLst>
            <pc:docMk/>
            <pc:sldMk cId="729609147" sldId="265"/>
            <ac:spMk id="3" creationId="{FACE640F-7F5A-BDB7-205D-765FA80B6796}"/>
          </ac:spMkLst>
        </pc:spChg>
        <pc:spChg chg="add mod">
          <ac:chgData name="Pratham Singh" userId="c609ecda71f365eb" providerId="LiveId" clId="{6767F89B-F3E9-4FB1-8E31-AEF072F96D6D}" dt="2026-10-28T16:53:21.773" v="809" actId="13822"/>
          <ac:spMkLst>
            <pc:docMk/>
            <pc:sldMk cId="729609147" sldId="265"/>
            <ac:spMk id="4" creationId="{693DAEFE-7900-BC21-1ED1-F162D4C38256}"/>
          </ac:spMkLst>
        </pc:spChg>
        <pc:spChg chg="add mod">
          <ac:chgData name="Pratham Singh" userId="c609ecda71f365eb" providerId="LiveId" clId="{6767F89B-F3E9-4FB1-8E31-AEF072F96D6D}" dt="2026-10-28T16:53:31.093" v="810" actId="13822"/>
          <ac:spMkLst>
            <pc:docMk/>
            <pc:sldMk cId="729609147" sldId="265"/>
            <ac:spMk id="6" creationId="{092ED326-A3F6-BE18-C77B-118B1AF04E08}"/>
          </ac:spMkLst>
        </pc:spChg>
        <pc:spChg chg="add mod">
          <ac:chgData name="Pratham Singh" userId="c609ecda71f365eb" providerId="LiveId" clId="{6767F89B-F3E9-4FB1-8E31-AEF072F96D6D}" dt="2026-10-28T16:53:36.505" v="811" actId="13822"/>
          <ac:spMkLst>
            <pc:docMk/>
            <pc:sldMk cId="729609147" sldId="265"/>
            <ac:spMk id="9" creationId="{92D14111-AA11-7CC8-63F2-D5BA77FE207C}"/>
          </ac:spMkLst>
        </pc:spChg>
        <pc:spChg chg="add mod">
          <ac:chgData name="Pratham Singh" userId="c609ecda71f365eb" providerId="LiveId" clId="{6767F89B-F3E9-4FB1-8E31-AEF072F96D6D}" dt="2026-10-28T16:15:57.799" v="463" actId="1076"/>
          <ac:spMkLst>
            <pc:docMk/>
            <pc:sldMk cId="729609147" sldId="265"/>
            <ac:spMk id="10" creationId="{40063EC8-5991-D020-30D1-949951B3C68A}"/>
          </ac:spMkLst>
        </pc:spChg>
        <pc:spChg chg="add del mod">
          <ac:chgData name="Pratham Singh" userId="c609ecda71f365eb" providerId="LiveId" clId="{6767F89B-F3E9-4FB1-8E31-AEF072F96D6D}" dt="2026-10-28T16:13:39.578" v="406"/>
          <ac:spMkLst>
            <pc:docMk/>
            <pc:sldMk cId="729609147" sldId="265"/>
            <ac:spMk id="11" creationId="{BC43C419-C386-F670-167C-CF44FA413D38}"/>
          </ac:spMkLst>
        </pc:spChg>
        <pc:spChg chg="add del">
          <ac:chgData name="Pratham Singh" userId="c609ecda71f365eb" providerId="LiveId" clId="{6767F89B-F3E9-4FB1-8E31-AEF072F96D6D}" dt="2026-10-28T16:13:35.307" v="404" actId="22"/>
          <ac:spMkLst>
            <pc:docMk/>
            <pc:sldMk cId="729609147" sldId="265"/>
            <ac:spMk id="13" creationId="{CD184E92-F9DB-9D17-E0CB-A69853D4D5DA}"/>
          </ac:spMkLst>
        </pc:spChg>
        <pc:spChg chg="add mod">
          <ac:chgData name="Pratham Singh" userId="c609ecda71f365eb" providerId="LiveId" clId="{6767F89B-F3E9-4FB1-8E31-AEF072F96D6D}" dt="2026-10-28T16:16:37.424" v="467" actId="1076"/>
          <ac:spMkLst>
            <pc:docMk/>
            <pc:sldMk cId="729609147" sldId="265"/>
            <ac:spMk id="14" creationId="{55E4F264-3233-E38F-7F72-98996523BC0A}"/>
          </ac:spMkLst>
        </pc:spChg>
        <pc:spChg chg="add mod">
          <ac:chgData name="Pratham Singh" userId="c609ecda71f365eb" providerId="LiveId" clId="{6767F89B-F3E9-4FB1-8E31-AEF072F96D6D}" dt="2026-10-28T16:16:28.217" v="466" actId="1076"/>
          <ac:spMkLst>
            <pc:docMk/>
            <pc:sldMk cId="729609147" sldId="265"/>
            <ac:spMk id="15" creationId="{CEFFDF20-C0CA-236D-3538-6341CD0AEE19}"/>
          </ac:spMkLst>
        </pc:spChg>
        <pc:spChg chg="add mod">
          <ac:chgData name="Pratham Singh" userId="c609ecda71f365eb" providerId="LiveId" clId="{6767F89B-F3E9-4FB1-8E31-AEF072F96D6D}" dt="2026-10-28T16:17:17.467" v="473" actId="1076"/>
          <ac:spMkLst>
            <pc:docMk/>
            <pc:sldMk cId="729609147" sldId="265"/>
            <ac:spMk id="16" creationId="{DBCF5B6B-C1C2-D171-B115-C331E0EAED6E}"/>
          </ac:spMkLst>
        </pc:spChg>
        <pc:spChg chg="add mod">
          <ac:chgData name="Pratham Singh" userId="c609ecda71f365eb" providerId="LiveId" clId="{6767F89B-F3E9-4FB1-8E31-AEF072F96D6D}" dt="2026-10-28T16:17:54.329" v="480" actId="14100"/>
          <ac:spMkLst>
            <pc:docMk/>
            <pc:sldMk cId="729609147" sldId="265"/>
            <ac:spMk id="17" creationId="{9E01D247-F3E4-CC1F-E202-95DD37F416F4}"/>
          </ac:spMkLst>
        </pc:spChg>
        <pc:spChg chg="add mod">
          <ac:chgData name="Pratham Singh" userId="c609ecda71f365eb" providerId="LiveId" clId="{6767F89B-F3E9-4FB1-8E31-AEF072F96D6D}" dt="2026-10-28T16:18:29.161" v="488" actId="1076"/>
          <ac:spMkLst>
            <pc:docMk/>
            <pc:sldMk cId="729609147" sldId="265"/>
            <ac:spMk id="18" creationId="{54616E3C-7197-675C-B5A7-1D6BAD80D777}"/>
          </ac:spMkLst>
        </pc:spChg>
        <pc:spChg chg="add mod">
          <ac:chgData name="Pratham Singh" userId="c609ecda71f365eb" providerId="LiveId" clId="{6767F89B-F3E9-4FB1-8E31-AEF072F96D6D}" dt="2026-10-28T16:19:06.721" v="494" actId="207"/>
          <ac:spMkLst>
            <pc:docMk/>
            <pc:sldMk cId="729609147" sldId="265"/>
            <ac:spMk id="19" creationId="{C5D8FFAB-CCE4-C03C-1E63-29335E5ABF2B}"/>
          </ac:spMkLst>
        </pc:spChg>
        <pc:spChg chg="add mod">
          <ac:chgData name="Pratham Singh" userId="c609ecda71f365eb" providerId="LiveId" clId="{6767F89B-F3E9-4FB1-8E31-AEF072F96D6D}" dt="2026-10-28T16:53:56.107" v="814" actId="207"/>
          <ac:spMkLst>
            <pc:docMk/>
            <pc:sldMk cId="729609147" sldId="265"/>
            <ac:spMk id="20" creationId="{35B3BE0F-89FC-DFA9-305E-0928B897423A}"/>
          </ac:spMkLst>
        </pc:spChg>
        <pc:spChg chg="add mod">
          <ac:chgData name="Pratham Singh" userId="c609ecda71f365eb" providerId="LiveId" clId="{6767F89B-F3E9-4FB1-8E31-AEF072F96D6D}" dt="2026-10-28T16:53:58.873" v="815" actId="207"/>
          <ac:spMkLst>
            <pc:docMk/>
            <pc:sldMk cId="729609147" sldId="265"/>
            <ac:spMk id="22" creationId="{C442A0EE-EFA0-A0D9-635F-93DF5CCEEB84}"/>
          </ac:spMkLst>
        </pc:spChg>
        <pc:spChg chg="add mod">
          <ac:chgData name="Pratham Singh" userId="c609ecda71f365eb" providerId="LiveId" clId="{6767F89B-F3E9-4FB1-8E31-AEF072F96D6D}" dt="2026-10-28T16:21:38.763" v="512" actId="20577"/>
          <ac:spMkLst>
            <pc:docMk/>
            <pc:sldMk cId="729609147" sldId="265"/>
            <ac:spMk id="23" creationId="{FA537858-4332-7C8D-85F2-F0B92FCCF275}"/>
          </ac:spMkLst>
        </pc:spChg>
      </pc:sldChg>
      <pc:sldChg chg="del">
        <pc:chgData name="Pratham Singh" userId="c609ecda71f365eb" providerId="LiveId" clId="{6767F89B-F3E9-4FB1-8E31-AEF072F96D6D}" dt="2026-10-28T12:49:42.929" v="334" actId="2696"/>
        <pc:sldMkLst>
          <pc:docMk/>
          <pc:sldMk cId="3604630649" sldId="267"/>
        </pc:sldMkLst>
      </pc:sldChg>
      <pc:sldChg chg="addSp delSp modSp mod modTransition">
        <pc:chgData name="Pratham Singh" userId="c609ecda71f365eb" providerId="LiveId" clId="{6767F89B-F3E9-4FB1-8E31-AEF072F96D6D}" dt="2026-10-28T20:39:57.075" v="859"/>
        <pc:sldMkLst>
          <pc:docMk/>
          <pc:sldMk cId="4259977132" sldId="278"/>
        </pc:sldMkLst>
        <pc:spChg chg="mod">
          <ac:chgData name="Pratham Singh" userId="c609ecda71f365eb" providerId="LiveId" clId="{6767F89B-F3E9-4FB1-8E31-AEF072F96D6D}" dt="2026-10-28T16:40:31.334" v="714" actId="1076"/>
          <ac:spMkLst>
            <pc:docMk/>
            <pc:sldMk cId="4259977132" sldId="278"/>
            <ac:spMk id="2" creationId="{B7545968-70F7-0180-6448-3547E442EF4A}"/>
          </ac:spMkLst>
        </pc:spChg>
        <pc:spChg chg="add del mod">
          <ac:chgData name="Pratham Singh" userId="c609ecda71f365eb" providerId="LiveId" clId="{6767F89B-F3E9-4FB1-8E31-AEF072F96D6D}" dt="2026-10-28T16:41:04.564" v="722" actId="478"/>
          <ac:spMkLst>
            <pc:docMk/>
            <pc:sldMk cId="4259977132" sldId="278"/>
            <ac:spMk id="5" creationId="{20B09FDF-7E37-4E52-0F3A-B75ECA531704}"/>
          </ac:spMkLst>
        </pc:spChg>
        <pc:spChg chg="add mod">
          <ac:chgData name="Pratham Singh" userId="c609ecda71f365eb" providerId="LiveId" clId="{6767F89B-F3E9-4FB1-8E31-AEF072F96D6D}" dt="2026-10-28T16:47:54.689" v="757" actId="1076"/>
          <ac:spMkLst>
            <pc:docMk/>
            <pc:sldMk cId="4259977132" sldId="278"/>
            <ac:spMk id="7" creationId="{5B5213A3-57FE-F05A-656C-88D565C94F88}"/>
          </ac:spMkLst>
        </pc:spChg>
        <pc:spChg chg="del mod">
          <ac:chgData name="Pratham Singh" userId="c609ecda71f365eb" providerId="LiveId" clId="{6767F89B-F3E9-4FB1-8E31-AEF072F96D6D}" dt="2026-10-28T16:40:40.729" v="717" actId="478"/>
          <ac:spMkLst>
            <pc:docMk/>
            <pc:sldMk cId="4259977132" sldId="278"/>
            <ac:spMk id="8" creationId="{215CE58D-2739-522B-7C3A-6A7C985360C0}"/>
          </ac:spMkLst>
        </pc:spChg>
        <pc:spChg chg="add mod">
          <ac:chgData name="Pratham Singh" userId="c609ecda71f365eb" providerId="LiveId" clId="{6767F89B-F3E9-4FB1-8E31-AEF072F96D6D}" dt="2026-10-28T16:48:33.419" v="775" actId="20577"/>
          <ac:spMkLst>
            <pc:docMk/>
            <pc:sldMk cId="4259977132" sldId="278"/>
            <ac:spMk id="10" creationId="{30B97E0A-DCEF-53C6-EB7B-EEEF6A7F76B6}"/>
          </ac:spMkLst>
        </pc:spChg>
        <pc:graphicFrameChg chg="del mod modGraphic">
          <ac:chgData name="Pratham Singh" userId="c609ecda71f365eb" providerId="LiveId" clId="{6767F89B-F3E9-4FB1-8E31-AEF072F96D6D}" dt="2026-10-28T16:41:00.685" v="720" actId="478"/>
          <ac:graphicFrameMkLst>
            <pc:docMk/>
            <pc:sldMk cId="4259977132" sldId="278"/>
            <ac:graphicFrameMk id="3" creationId="{1469BF76-5E71-DF2A-4804-7A26E9D95C80}"/>
          </ac:graphicFrameMkLst>
        </pc:graphicFrameChg>
        <pc:graphicFrameChg chg="add mod modGraphic">
          <ac:chgData name="Pratham Singh" userId="c609ecda71f365eb" providerId="LiveId" clId="{6767F89B-F3E9-4FB1-8E31-AEF072F96D6D}" dt="2026-10-28T16:47:35.834" v="752" actId="1076"/>
          <ac:graphicFrameMkLst>
            <pc:docMk/>
            <pc:sldMk cId="4259977132" sldId="278"/>
            <ac:graphicFrameMk id="6" creationId="{86E8F84B-A8ED-0D45-882B-F02F173D9531}"/>
          </ac:graphicFrameMkLst>
        </pc:graphicFrameChg>
      </pc:sldChg>
      <pc:sldChg chg="del">
        <pc:chgData name="Pratham Singh" userId="c609ecda71f365eb" providerId="LiveId" clId="{6767F89B-F3E9-4FB1-8E31-AEF072F96D6D}" dt="2026-10-28T12:49:36.043" v="333" actId="2696"/>
        <pc:sldMkLst>
          <pc:docMk/>
          <pc:sldMk cId="3058085568" sldId="279"/>
        </pc:sldMkLst>
      </pc:sldChg>
      <pc:sldChg chg="del">
        <pc:chgData name="Pratham Singh" userId="c609ecda71f365eb" providerId="LiveId" clId="{6767F89B-F3E9-4FB1-8E31-AEF072F96D6D}" dt="2026-10-28T12:49:29.864" v="332" actId="2696"/>
        <pc:sldMkLst>
          <pc:docMk/>
          <pc:sldMk cId="643777997" sldId="280"/>
        </pc:sldMkLst>
      </pc:sldChg>
      <pc:sldChg chg="addSp modSp mod modTransition modAnim">
        <pc:chgData name="Pratham Singh" userId="c609ecda71f365eb" providerId="LiveId" clId="{6767F89B-F3E9-4FB1-8E31-AEF072F96D6D}" dt="2026-10-28T20:39:42.811" v="855"/>
        <pc:sldMkLst>
          <pc:docMk/>
          <pc:sldMk cId="1371737547" sldId="285"/>
        </pc:sldMkLst>
        <pc:spChg chg="mod">
          <ac:chgData name="Pratham Singh" userId="c609ecda71f365eb" providerId="LiveId" clId="{6767F89B-F3E9-4FB1-8E31-AEF072F96D6D}" dt="2026-10-27T16:06:14.913" v="26" actId="1076"/>
          <ac:spMkLst>
            <pc:docMk/>
            <pc:sldMk cId="1371737547" sldId="285"/>
            <ac:spMk id="2" creationId="{954ABE40-AA00-F366-A36A-B3F1AADBF025}"/>
          </ac:spMkLst>
        </pc:spChg>
        <pc:spChg chg="mod">
          <ac:chgData name="Pratham Singh" userId="c609ecda71f365eb" providerId="LiveId" clId="{6767F89B-F3E9-4FB1-8E31-AEF072F96D6D}" dt="2026-10-27T16:15:34.094" v="78" actId="113"/>
          <ac:spMkLst>
            <pc:docMk/>
            <pc:sldMk cId="1371737547" sldId="285"/>
            <ac:spMk id="3" creationId="{72446868-83F0-CEEF-5E60-6D55C93B523F}"/>
          </ac:spMkLst>
        </pc:spChg>
        <pc:spChg chg="add mod">
          <ac:chgData name="Pratham Singh" userId="c609ecda71f365eb" providerId="LiveId" clId="{6767F89B-F3E9-4FB1-8E31-AEF072F96D6D}" dt="2026-10-27T16:20:12.288" v="250" actId="1076"/>
          <ac:spMkLst>
            <pc:docMk/>
            <pc:sldMk cId="1371737547" sldId="285"/>
            <ac:spMk id="5" creationId="{739A0A6F-697A-F021-6B7C-30DF409227C0}"/>
          </ac:spMkLst>
        </pc:spChg>
        <pc:spChg chg="add mod">
          <ac:chgData name="Pratham Singh" userId="c609ecda71f365eb" providerId="LiveId" clId="{6767F89B-F3E9-4FB1-8E31-AEF072F96D6D}" dt="2026-10-27T16:12:22.069" v="61" actId="20577"/>
          <ac:spMkLst>
            <pc:docMk/>
            <pc:sldMk cId="1371737547" sldId="285"/>
            <ac:spMk id="6" creationId="{8B05792F-07BF-00B6-EEFA-D6F2C4B7F59A}"/>
          </ac:spMkLst>
        </pc:spChg>
        <pc:spChg chg="add mod">
          <ac:chgData name="Pratham Singh" userId="c609ecda71f365eb" providerId="LiveId" clId="{6767F89B-F3E9-4FB1-8E31-AEF072F96D6D}" dt="2026-10-28T16:56:34.096" v="830" actId="207"/>
          <ac:spMkLst>
            <pc:docMk/>
            <pc:sldMk cId="1371737547" sldId="285"/>
            <ac:spMk id="7" creationId="{D0B3ECA9-FF59-C10D-AEE3-69D0A61F7C75}"/>
          </ac:spMkLst>
        </pc:spChg>
        <pc:spChg chg="add mod">
          <ac:chgData name="Pratham Singh" userId="c609ecda71f365eb" providerId="LiveId" clId="{6767F89B-F3E9-4FB1-8E31-AEF072F96D6D}" dt="2026-10-28T16:56:58.659" v="831" actId="207"/>
          <ac:spMkLst>
            <pc:docMk/>
            <pc:sldMk cId="1371737547" sldId="285"/>
            <ac:spMk id="8" creationId="{4640DF05-ED89-8161-1E77-2E1F149E189F}"/>
          </ac:spMkLst>
        </pc:spChg>
        <pc:spChg chg="add mod">
          <ac:chgData name="Pratham Singh" userId="c609ecda71f365eb" providerId="LiveId" clId="{6767F89B-F3E9-4FB1-8E31-AEF072F96D6D}" dt="2026-10-27T16:20:07.806" v="249" actId="1076"/>
          <ac:spMkLst>
            <pc:docMk/>
            <pc:sldMk cId="1371737547" sldId="285"/>
            <ac:spMk id="9" creationId="{C905EE24-6772-7617-24A6-176DFFAA6864}"/>
          </ac:spMkLst>
        </pc:spChg>
        <pc:graphicFrameChg chg="add mod">
          <ac:chgData name="Pratham Singh" userId="c609ecda71f365eb" providerId="LiveId" clId="{6767F89B-F3E9-4FB1-8E31-AEF072F96D6D}" dt="2026-10-27T16:09:43.687" v="29"/>
          <ac:graphicFrameMkLst>
            <pc:docMk/>
            <pc:sldMk cId="1371737547" sldId="285"/>
            <ac:graphicFrameMk id="4" creationId="{47A3A471-2947-74FA-322B-08EB39018319}"/>
          </ac:graphicFrameMkLst>
        </pc:graphicFrameChg>
      </pc:sldChg>
      <pc:sldChg chg="modTransition">
        <pc:chgData name="Pratham Singh" userId="c609ecda71f365eb" providerId="LiveId" clId="{6767F89B-F3E9-4FB1-8E31-AEF072F96D6D}" dt="2026-10-28T20:39:36.961" v="853"/>
        <pc:sldMkLst>
          <pc:docMk/>
          <pc:sldMk cId="118503823" sldId="286"/>
        </pc:sldMkLst>
      </pc:sldChg>
      <pc:sldChg chg="delSp modSp mod modTransition modClrScheme chgLayout">
        <pc:chgData name="Pratham Singh" userId="c609ecda71f365eb" providerId="LiveId" clId="{6767F89B-F3E9-4FB1-8E31-AEF072F96D6D}" dt="2026-10-28T20:40:00.151" v="860"/>
        <pc:sldMkLst>
          <pc:docMk/>
          <pc:sldMk cId="3751616652" sldId="287"/>
        </pc:sldMkLst>
        <pc:spChg chg="mod">
          <ac:chgData name="Pratham Singh" userId="c609ecda71f365eb" providerId="LiveId" clId="{6767F89B-F3E9-4FB1-8E31-AEF072F96D6D}" dt="2026-10-28T16:52:17.171" v="807" actId="26606"/>
          <ac:spMkLst>
            <pc:docMk/>
            <pc:sldMk cId="3751616652" sldId="287"/>
            <ac:spMk id="5" creationId="{22A0D7AA-8A21-B977-56ED-94406F29957C}"/>
          </ac:spMkLst>
        </pc:spChg>
        <pc:spChg chg="del mod">
          <ac:chgData name="Pratham Singh" userId="c609ecda71f365eb" providerId="LiveId" clId="{6767F89B-F3E9-4FB1-8E31-AEF072F96D6D}" dt="2026-10-28T16:49:07.057" v="778" actId="478"/>
          <ac:spMkLst>
            <pc:docMk/>
            <pc:sldMk cId="3751616652" sldId="287"/>
            <ac:spMk id="6" creationId="{54D0A6B8-78EB-52CA-3D46-A46FC880D386}"/>
          </ac:spMkLst>
        </pc:spChg>
      </pc:sldChg>
      <pc:sldChg chg="addSp modSp mod modTransition">
        <pc:chgData name="Pratham Singh" userId="c609ecda71f365eb" providerId="LiveId" clId="{6767F89B-F3E9-4FB1-8E31-AEF072F96D6D}" dt="2026-10-28T20:39:20.815" v="851"/>
        <pc:sldMkLst>
          <pc:docMk/>
          <pc:sldMk cId="1282633192" sldId="296"/>
        </pc:sldMkLst>
        <pc:spChg chg="mod">
          <ac:chgData name="Pratham Singh" userId="c609ecda71f365eb" providerId="LiveId" clId="{6767F89B-F3E9-4FB1-8E31-AEF072F96D6D}" dt="2026-10-28T16:50:58.560" v="806" actId="14100"/>
          <ac:spMkLst>
            <pc:docMk/>
            <pc:sldMk cId="1282633192" sldId="296"/>
            <ac:spMk id="2" creationId="{998EF7BD-FE81-4B20-8DC5-0B3EB736F9F8}"/>
          </ac:spMkLst>
        </pc:spChg>
        <pc:spChg chg="mod">
          <ac:chgData name="Pratham Singh" userId="c609ecda71f365eb" providerId="LiveId" clId="{6767F89B-F3E9-4FB1-8E31-AEF072F96D6D}" dt="2026-10-28T16:49:32.516" v="780" actId="1076"/>
          <ac:spMkLst>
            <pc:docMk/>
            <pc:sldMk cId="1282633192" sldId="296"/>
            <ac:spMk id="6" creationId="{CCF1C957-1041-E873-BBFF-DE3A40507F2D}"/>
          </ac:spMkLst>
        </pc:spChg>
        <pc:spChg chg="add mod">
          <ac:chgData name="Pratham Singh" userId="c609ecda71f365eb" providerId="LiveId" clId="{6767F89B-F3E9-4FB1-8E31-AEF072F96D6D}" dt="2026-10-28T16:50:36.113" v="804" actId="1076"/>
          <ac:spMkLst>
            <pc:docMk/>
            <pc:sldMk cId="1282633192" sldId="296"/>
            <ac:spMk id="7" creationId="{AD9A8461-E3C0-A02B-7853-4950B75B71CD}"/>
          </ac:spMkLst>
        </pc:spChg>
      </pc:sldChg>
      <pc:sldChg chg="modSp mod modTransition">
        <pc:chgData name="Pratham Singh" userId="c609ecda71f365eb" providerId="LiveId" clId="{6767F89B-F3E9-4FB1-8E31-AEF072F96D6D}" dt="2026-10-28T20:39:32.069" v="852"/>
        <pc:sldMkLst>
          <pc:docMk/>
          <pc:sldMk cId="3018507327" sldId="297"/>
        </pc:sldMkLst>
        <pc:spChg chg="mod">
          <ac:chgData name="Pratham Singh" userId="c609ecda71f365eb" providerId="LiveId" clId="{6767F89B-F3E9-4FB1-8E31-AEF072F96D6D}" dt="2026-10-28T16:58:01.519" v="841" actId="207"/>
          <ac:spMkLst>
            <pc:docMk/>
            <pc:sldMk cId="3018507327" sldId="297"/>
            <ac:spMk id="5" creationId="{59552E7F-F5AD-721E-75BE-F67E14028AD6}"/>
          </ac:spMkLst>
        </pc:spChg>
        <pc:spChg chg="mod">
          <ac:chgData name="Pratham Singh" userId="c609ecda71f365eb" providerId="LiveId" clId="{6767F89B-F3E9-4FB1-8E31-AEF072F96D6D}" dt="2026-10-28T16:58:19.924" v="845" actId="13822"/>
          <ac:spMkLst>
            <pc:docMk/>
            <pc:sldMk cId="3018507327" sldId="297"/>
            <ac:spMk id="7" creationId="{5EC84D3A-5936-0D41-49BF-E335CDB95BC5}"/>
          </ac:spMkLst>
        </pc:spChg>
        <pc:spChg chg="mod">
          <ac:chgData name="Pratham Singh" userId="c609ecda71f365eb" providerId="LiveId" clId="{6767F89B-F3E9-4FB1-8E31-AEF072F96D6D}" dt="2026-10-28T16:58:14.375" v="844" actId="13822"/>
          <ac:spMkLst>
            <pc:docMk/>
            <pc:sldMk cId="3018507327" sldId="297"/>
            <ac:spMk id="10" creationId="{B9D884B3-FD54-9B80-EDA6-F278C0135B8B}"/>
          </ac:spMkLst>
        </pc:spChg>
        <pc:spChg chg="mod">
          <ac:chgData name="Pratham Singh" userId="c609ecda71f365eb" providerId="LiveId" clId="{6767F89B-F3E9-4FB1-8E31-AEF072F96D6D}" dt="2026-10-28T16:58:40.273" v="849" actId="207"/>
          <ac:spMkLst>
            <pc:docMk/>
            <pc:sldMk cId="3018507327" sldId="297"/>
            <ac:spMk id="12" creationId="{3C0A4D96-A939-B001-4B54-672348EEC850}"/>
          </ac:spMkLst>
        </pc:spChg>
        <pc:spChg chg="mod">
          <ac:chgData name="Pratham Singh" userId="c609ecda71f365eb" providerId="LiveId" clId="{6767F89B-F3E9-4FB1-8E31-AEF072F96D6D}" dt="2026-10-28T16:58:37.336" v="848" actId="207"/>
          <ac:spMkLst>
            <pc:docMk/>
            <pc:sldMk cId="3018507327" sldId="297"/>
            <ac:spMk id="13" creationId="{0BF612F8-DF2C-B851-D867-9F5823140907}"/>
          </ac:spMkLst>
        </pc:spChg>
        <pc:spChg chg="mod">
          <ac:chgData name="Pratham Singh" userId="c609ecda71f365eb" providerId="LiveId" clId="{6767F89B-F3E9-4FB1-8E31-AEF072F96D6D}" dt="2026-10-28T16:58:43.201" v="850" actId="207"/>
          <ac:spMkLst>
            <pc:docMk/>
            <pc:sldMk cId="3018507327" sldId="297"/>
            <ac:spMk id="15" creationId="{06AE2EB1-5F20-DBA0-FAF7-F2FF0676BA5A}"/>
          </ac:spMkLst>
        </pc:spChg>
        <pc:spChg chg="mod">
          <ac:chgData name="Pratham Singh" userId="c609ecda71f365eb" providerId="LiveId" clId="{6767F89B-F3E9-4FB1-8E31-AEF072F96D6D}" dt="2026-10-28T16:58:31.707" v="847" actId="207"/>
          <ac:spMkLst>
            <pc:docMk/>
            <pc:sldMk cId="3018507327" sldId="297"/>
            <ac:spMk id="16" creationId="{EB37426F-3BFF-8249-48B5-C33D68F37E5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6B6C2D-756D-4838-895B-11B2F5F85AE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BABD7B-EC71-4CA5-8700-1ECA3D77F1D2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3">
                  <a:lumMod val="10000"/>
                </a:schemeClr>
              </a:solidFill>
            </a:rPr>
            <a:t>Central Place to view Key information and Navigate the App.</a:t>
          </a:r>
        </a:p>
      </dgm:t>
    </dgm:pt>
    <dgm:pt modelId="{D7D0F7A8-D590-4A9E-8AF9-085A4D32F1D9}" type="parTrans" cxnId="{20FBCF3E-0402-4F1F-8FBA-04A35AAC4EF9}">
      <dgm:prSet/>
      <dgm:spPr/>
      <dgm:t>
        <a:bodyPr/>
        <a:lstStyle/>
        <a:p>
          <a:endParaRPr lang="en-US"/>
        </a:p>
      </dgm:t>
    </dgm:pt>
    <dgm:pt modelId="{66B59F3A-7FE8-4650-8A29-C8819595BD73}" type="sibTrans" cxnId="{20FBCF3E-0402-4F1F-8FBA-04A35AAC4E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85F114-9E0E-4DE3-99A5-DC834B0716E2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solidFill>
                <a:schemeClr val="accent3">
                  <a:lumMod val="10000"/>
                </a:schemeClr>
              </a:solidFill>
            </a:rPr>
            <a:t>React from send Profile details to Flask and displays the Response .</a:t>
          </a:r>
          <a:endParaRPr lang="en-US" dirty="0">
            <a:solidFill>
              <a:schemeClr val="accent3">
                <a:lumMod val="10000"/>
              </a:schemeClr>
            </a:solidFill>
          </a:endParaRPr>
        </a:p>
      </dgm:t>
    </dgm:pt>
    <dgm:pt modelId="{88EBDAF7-C677-4366-B37C-47FD58243E4C}" type="parTrans" cxnId="{A422C1C6-B27A-436A-AF8C-F515D32333B0}">
      <dgm:prSet/>
      <dgm:spPr/>
      <dgm:t>
        <a:bodyPr/>
        <a:lstStyle/>
        <a:p>
          <a:endParaRPr lang="en-US"/>
        </a:p>
      </dgm:t>
    </dgm:pt>
    <dgm:pt modelId="{CE3B1172-CCC0-441E-93D7-AF600DAC6FCB}" type="sibTrans" cxnId="{A422C1C6-B27A-436A-AF8C-F515D32333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DD28021-3403-4B6B-AF6B-FB5D60791450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solidFill>
                <a:schemeClr val="accent3">
                  <a:lumMod val="10000"/>
                </a:schemeClr>
              </a:solidFill>
            </a:rPr>
            <a:t>Evaluation metrices can be retrieved from the backend .</a:t>
          </a:r>
          <a:endParaRPr lang="en-US" dirty="0">
            <a:solidFill>
              <a:schemeClr val="accent3">
                <a:lumMod val="10000"/>
              </a:schemeClr>
            </a:solidFill>
          </a:endParaRPr>
        </a:p>
      </dgm:t>
    </dgm:pt>
    <dgm:pt modelId="{048EF279-CED5-4970-B65E-3E62DDB585B8}" type="parTrans" cxnId="{44ACCAA0-A7B4-4072-877E-8203F7F95305}">
      <dgm:prSet/>
      <dgm:spPr/>
      <dgm:t>
        <a:bodyPr/>
        <a:lstStyle/>
        <a:p>
          <a:endParaRPr lang="en-US"/>
        </a:p>
      </dgm:t>
    </dgm:pt>
    <dgm:pt modelId="{E99A797C-2CEA-4072-8587-82BE6F98D8B3}" type="sibTrans" cxnId="{44ACCAA0-A7B4-4072-877E-8203F7F9530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35EEA4-06FA-4048-BE11-055FF7288904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solidFill>
                <a:schemeClr val="accent3">
                  <a:lumMod val="10000"/>
                </a:schemeClr>
              </a:solidFill>
            </a:rPr>
            <a:t>React and Vite provide a Web UI for Desktop and smaller screen.</a:t>
          </a:r>
          <a:endParaRPr lang="en-US" dirty="0">
            <a:solidFill>
              <a:schemeClr val="accent3">
                <a:lumMod val="10000"/>
              </a:schemeClr>
            </a:solidFill>
          </a:endParaRPr>
        </a:p>
      </dgm:t>
    </dgm:pt>
    <dgm:pt modelId="{95E498B2-5EEF-4E13-A62A-B47DD91CA42C}" type="parTrans" cxnId="{6F855659-4CB7-41D6-852F-15A585386096}">
      <dgm:prSet/>
      <dgm:spPr/>
      <dgm:t>
        <a:bodyPr/>
        <a:lstStyle/>
        <a:p>
          <a:endParaRPr lang="en-US"/>
        </a:p>
      </dgm:t>
    </dgm:pt>
    <dgm:pt modelId="{1465D8C9-9F09-48E7-B4A0-027C10647A6F}" type="sibTrans" cxnId="{6F855659-4CB7-41D6-852F-15A585386096}">
      <dgm:prSet/>
      <dgm:spPr/>
      <dgm:t>
        <a:bodyPr/>
        <a:lstStyle/>
        <a:p>
          <a:endParaRPr lang="en-US"/>
        </a:p>
      </dgm:t>
    </dgm:pt>
    <dgm:pt modelId="{7CF47AB0-0BA7-48B0-96CE-676196D53E63}" type="pres">
      <dgm:prSet presAssocID="{616B6C2D-756D-4838-895B-11B2F5F85AED}" presName="Name0" presStyleCnt="0">
        <dgm:presLayoutVars>
          <dgm:chMax val="7"/>
          <dgm:chPref val="7"/>
          <dgm:dir/>
        </dgm:presLayoutVars>
      </dgm:prSet>
      <dgm:spPr/>
    </dgm:pt>
    <dgm:pt modelId="{BACA6489-31F2-43BC-8EDA-0F5178508542}" type="pres">
      <dgm:prSet presAssocID="{616B6C2D-756D-4838-895B-11B2F5F85AED}" presName="Name1" presStyleCnt="0"/>
      <dgm:spPr/>
    </dgm:pt>
    <dgm:pt modelId="{A05C5BEE-95AF-4B58-BF3D-5D469A70D572}" type="pres">
      <dgm:prSet presAssocID="{616B6C2D-756D-4838-895B-11B2F5F85AED}" presName="cycle" presStyleCnt="0"/>
      <dgm:spPr/>
    </dgm:pt>
    <dgm:pt modelId="{D5149A9D-C179-48A8-9935-E2E81513093E}" type="pres">
      <dgm:prSet presAssocID="{616B6C2D-756D-4838-895B-11B2F5F85AED}" presName="srcNode" presStyleLbl="node1" presStyleIdx="0" presStyleCnt="4"/>
      <dgm:spPr/>
    </dgm:pt>
    <dgm:pt modelId="{39079981-4EAB-493B-919A-BFDD9019A132}" type="pres">
      <dgm:prSet presAssocID="{616B6C2D-756D-4838-895B-11B2F5F85AED}" presName="conn" presStyleLbl="parChTrans1D2" presStyleIdx="0" presStyleCnt="1"/>
      <dgm:spPr/>
    </dgm:pt>
    <dgm:pt modelId="{573D9880-EBCA-4C44-A900-902D78E31425}" type="pres">
      <dgm:prSet presAssocID="{616B6C2D-756D-4838-895B-11B2F5F85AED}" presName="extraNode" presStyleLbl="node1" presStyleIdx="0" presStyleCnt="4"/>
      <dgm:spPr/>
    </dgm:pt>
    <dgm:pt modelId="{D28EB64E-3D2F-4FBC-B3AA-782984BF6BBE}" type="pres">
      <dgm:prSet presAssocID="{616B6C2D-756D-4838-895B-11B2F5F85AED}" presName="dstNode" presStyleLbl="node1" presStyleIdx="0" presStyleCnt="4"/>
      <dgm:spPr/>
    </dgm:pt>
    <dgm:pt modelId="{8854F0E9-8499-461A-9FB3-17B0321322FE}" type="pres">
      <dgm:prSet presAssocID="{B3BABD7B-EC71-4CA5-8700-1ECA3D77F1D2}" presName="text_1" presStyleLbl="node1" presStyleIdx="0" presStyleCnt="4">
        <dgm:presLayoutVars>
          <dgm:bulletEnabled val="1"/>
        </dgm:presLayoutVars>
      </dgm:prSet>
      <dgm:spPr/>
    </dgm:pt>
    <dgm:pt modelId="{E5A66886-EF4A-4950-8C86-15AC69ABAE75}" type="pres">
      <dgm:prSet presAssocID="{B3BABD7B-EC71-4CA5-8700-1ECA3D77F1D2}" presName="accent_1" presStyleCnt="0"/>
      <dgm:spPr/>
    </dgm:pt>
    <dgm:pt modelId="{D37BADBD-326E-4A67-9D1B-2558FE4276CD}" type="pres">
      <dgm:prSet presAssocID="{B3BABD7B-EC71-4CA5-8700-1ECA3D77F1D2}" presName="accentRepeatNode" presStyleLbl="solidFgAcc1" presStyleIdx="0" presStyleCnt="4"/>
      <dgm:spPr>
        <a:prstGeom prst="diamond">
          <a:avLst/>
        </a:prstGeom>
      </dgm:spPr>
    </dgm:pt>
    <dgm:pt modelId="{29BDC60E-D0AC-420D-B508-D1EE7EFB39F7}" type="pres">
      <dgm:prSet presAssocID="{1385F114-9E0E-4DE3-99A5-DC834B0716E2}" presName="text_2" presStyleLbl="node1" presStyleIdx="1" presStyleCnt="4">
        <dgm:presLayoutVars>
          <dgm:bulletEnabled val="1"/>
        </dgm:presLayoutVars>
      </dgm:prSet>
      <dgm:spPr/>
    </dgm:pt>
    <dgm:pt modelId="{BFED5B0F-622B-4D78-80CB-593D74581D24}" type="pres">
      <dgm:prSet presAssocID="{1385F114-9E0E-4DE3-99A5-DC834B0716E2}" presName="accent_2" presStyleCnt="0"/>
      <dgm:spPr/>
    </dgm:pt>
    <dgm:pt modelId="{9818F826-F4A0-4A35-A35A-F985F44C10A6}" type="pres">
      <dgm:prSet presAssocID="{1385F114-9E0E-4DE3-99A5-DC834B0716E2}" presName="accentRepeatNode" presStyleLbl="solidFgAcc1" presStyleIdx="1" presStyleCnt="4"/>
      <dgm:spPr>
        <a:prstGeom prst="diamond">
          <a:avLst/>
        </a:prstGeom>
      </dgm:spPr>
    </dgm:pt>
    <dgm:pt modelId="{A617DC6F-2385-46A2-AAF6-0284F8FDA19E}" type="pres">
      <dgm:prSet presAssocID="{ADD28021-3403-4B6B-AF6B-FB5D60791450}" presName="text_3" presStyleLbl="node1" presStyleIdx="2" presStyleCnt="4">
        <dgm:presLayoutVars>
          <dgm:bulletEnabled val="1"/>
        </dgm:presLayoutVars>
      </dgm:prSet>
      <dgm:spPr/>
    </dgm:pt>
    <dgm:pt modelId="{209D81F9-E0FF-402F-96FD-78E14B07CF52}" type="pres">
      <dgm:prSet presAssocID="{ADD28021-3403-4B6B-AF6B-FB5D60791450}" presName="accent_3" presStyleCnt="0"/>
      <dgm:spPr/>
    </dgm:pt>
    <dgm:pt modelId="{9EE9039F-B8B1-4032-B783-A84AFB91CACF}" type="pres">
      <dgm:prSet presAssocID="{ADD28021-3403-4B6B-AF6B-FB5D60791450}" presName="accentRepeatNode" presStyleLbl="solidFgAcc1" presStyleIdx="2" presStyleCnt="4"/>
      <dgm:spPr>
        <a:prstGeom prst="diamond">
          <a:avLst/>
        </a:prstGeom>
      </dgm:spPr>
    </dgm:pt>
    <dgm:pt modelId="{BEF75118-588F-420D-9C46-A7F0AFBF30CD}" type="pres">
      <dgm:prSet presAssocID="{2D35EEA4-06FA-4048-BE11-055FF7288904}" presName="text_4" presStyleLbl="node1" presStyleIdx="3" presStyleCnt="4">
        <dgm:presLayoutVars>
          <dgm:bulletEnabled val="1"/>
        </dgm:presLayoutVars>
      </dgm:prSet>
      <dgm:spPr/>
    </dgm:pt>
    <dgm:pt modelId="{7A84A6A5-18E4-4CF2-8FF2-6623EFCC7658}" type="pres">
      <dgm:prSet presAssocID="{2D35EEA4-06FA-4048-BE11-055FF7288904}" presName="accent_4" presStyleCnt="0"/>
      <dgm:spPr/>
    </dgm:pt>
    <dgm:pt modelId="{69A2CA0F-44DA-4C2B-808A-6ECB3C6E02FF}" type="pres">
      <dgm:prSet presAssocID="{2D35EEA4-06FA-4048-BE11-055FF7288904}" presName="accentRepeatNode" presStyleLbl="solidFgAcc1" presStyleIdx="3" presStyleCnt="4"/>
      <dgm:spPr>
        <a:prstGeom prst="diamond">
          <a:avLst/>
        </a:prstGeom>
      </dgm:spPr>
    </dgm:pt>
  </dgm:ptLst>
  <dgm:cxnLst>
    <dgm:cxn modelId="{F7E1DE06-F0AD-4D52-93EF-BCD4DCAE5DA7}" type="presOf" srcId="{2D35EEA4-06FA-4048-BE11-055FF7288904}" destId="{BEF75118-588F-420D-9C46-A7F0AFBF30CD}" srcOrd="0" destOrd="0" presId="urn:microsoft.com/office/officeart/2008/layout/VerticalCurvedList"/>
    <dgm:cxn modelId="{CD236612-4224-4390-A8EE-6D8BBFAA7BD4}" type="presOf" srcId="{66B59F3A-7FE8-4650-8A29-C8819595BD73}" destId="{39079981-4EAB-493B-919A-BFDD9019A132}" srcOrd="0" destOrd="0" presId="urn:microsoft.com/office/officeart/2008/layout/VerticalCurvedList"/>
    <dgm:cxn modelId="{F068941B-B6AF-4E8E-AC1E-724B0BDB4027}" type="presOf" srcId="{B3BABD7B-EC71-4CA5-8700-1ECA3D77F1D2}" destId="{8854F0E9-8499-461A-9FB3-17B0321322FE}" srcOrd="0" destOrd="0" presId="urn:microsoft.com/office/officeart/2008/layout/VerticalCurvedList"/>
    <dgm:cxn modelId="{20FBCF3E-0402-4F1F-8FBA-04A35AAC4EF9}" srcId="{616B6C2D-756D-4838-895B-11B2F5F85AED}" destId="{B3BABD7B-EC71-4CA5-8700-1ECA3D77F1D2}" srcOrd="0" destOrd="0" parTransId="{D7D0F7A8-D590-4A9E-8AF9-085A4D32F1D9}" sibTransId="{66B59F3A-7FE8-4650-8A29-C8819595BD73}"/>
    <dgm:cxn modelId="{91DF8D78-BB4F-4CD2-9067-19AAC83BE9A4}" type="presOf" srcId="{1385F114-9E0E-4DE3-99A5-DC834B0716E2}" destId="{29BDC60E-D0AC-420D-B508-D1EE7EFB39F7}" srcOrd="0" destOrd="0" presId="urn:microsoft.com/office/officeart/2008/layout/VerticalCurvedList"/>
    <dgm:cxn modelId="{6F855659-4CB7-41D6-852F-15A585386096}" srcId="{616B6C2D-756D-4838-895B-11B2F5F85AED}" destId="{2D35EEA4-06FA-4048-BE11-055FF7288904}" srcOrd="3" destOrd="0" parTransId="{95E498B2-5EEF-4E13-A62A-B47DD91CA42C}" sibTransId="{1465D8C9-9F09-48E7-B4A0-027C10647A6F}"/>
    <dgm:cxn modelId="{44ACCAA0-A7B4-4072-877E-8203F7F95305}" srcId="{616B6C2D-756D-4838-895B-11B2F5F85AED}" destId="{ADD28021-3403-4B6B-AF6B-FB5D60791450}" srcOrd="2" destOrd="0" parTransId="{048EF279-CED5-4970-B65E-3E62DDB585B8}" sibTransId="{E99A797C-2CEA-4072-8587-82BE6F98D8B3}"/>
    <dgm:cxn modelId="{D6C248AD-1A91-4FD4-9CD9-C72FF5898813}" type="presOf" srcId="{616B6C2D-756D-4838-895B-11B2F5F85AED}" destId="{7CF47AB0-0BA7-48B0-96CE-676196D53E63}" srcOrd="0" destOrd="0" presId="urn:microsoft.com/office/officeart/2008/layout/VerticalCurvedList"/>
    <dgm:cxn modelId="{A422C1C6-B27A-436A-AF8C-F515D32333B0}" srcId="{616B6C2D-756D-4838-895B-11B2F5F85AED}" destId="{1385F114-9E0E-4DE3-99A5-DC834B0716E2}" srcOrd="1" destOrd="0" parTransId="{88EBDAF7-C677-4366-B37C-47FD58243E4C}" sibTransId="{CE3B1172-CCC0-441E-93D7-AF600DAC6FCB}"/>
    <dgm:cxn modelId="{1A089AF3-CEDB-4D5E-9317-49D329410B2F}" type="presOf" srcId="{ADD28021-3403-4B6B-AF6B-FB5D60791450}" destId="{A617DC6F-2385-46A2-AAF6-0284F8FDA19E}" srcOrd="0" destOrd="0" presId="urn:microsoft.com/office/officeart/2008/layout/VerticalCurvedList"/>
    <dgm:cxn modelId="{4DD71D3E-B88E-4B25-BCDD-9C8CB02ACE3E}" type="presParOf" srcId="{7CF47AB0-0BA7-48B0-96CE-676196D53E63}" destId="{BACA6489-31F2-43BC-8EDA-0F5178508542}" srcOrd="0" destOrd="0" presId="urn:microsoft.com/office/officeart/2008/layout/VerticalCurvedList"/>
    <dgm:cxn modelId="{3E28D65B-5C69-4AC9-98FA-30C800F36300}" type="presParOf" srcId="{BACA6489-31F2-43BC-8EDA-0F5178508542}" destId="{A05C5BEE-95AF-4B58-BF3D-5D469A70D572}" srcOrd="0" destOrd="0" presId="urn:microsoft.com/office/officeart/2008/layout/VerticalCurvedList"/>
    <dgm:cxn modelId="{F946AE2A-2768-4CE2-ACB7-94DDB5C49574}" type="presParOf" srcId="{A05C5BEE-95AF-4B58-BF3D-5D469A70D572}" destId="{D5149A9D-C179-48A8-9935-E2E81513093E}" srcOrd="0" destOrd="0" presId="urn:microsoft.com/office/officeart/2008/layout/VerticalCurvedList"/>
    <dgm:cxn modelId="{221A1B07-E1BE-421D-B1D5-E1455AA1076A}" type="presParOf" srcId="{A05C5BEE-95AF-4B58-BF3D-5D469A70D572}" destId="{39079981-4EAB-493B-919A-BFDD9019A132}" srcOrd="1" destOrd="0" presId="urn:microsoft.com/office/officeart/2008/layout/VerticalCurvedList"/>
    <dgm:cxn modelId="{28EFB5EB-D765-45C9-A9E0-ED9964BE9153}" type="presParOf" srcId="{A05C5BEE-95AF-4B58-BF3D-5D469A70D572}" destId="{573D9880-EBCA-4C44-A900-902D78E31425}" srcOrd="2" destOrd="0" presId="urn:microsoft.com/office/officeart/2008/layout/VerticalCurvedList"/>
    <dgm:cxn modelId="{898C03EF-A352-4009-B076-6DA2785921BD}" type="presParOf" srcId="{A05C5BEE-95AF-4B58-BF3D-5D469A70D572}" destId="{D28EB64E-3D2F-4FBC-B3AA-782984BF6BBE}" srcOrd="3" destOrd="0" presId="urn:microsoft.com/office/officeart/2008/layout/VerticalCurvedList"/>
    <dgm:cxn modelId="{8263C8B5-B7B7-4083-8CDE-1D6822AE0696}" type="presParOf" srcId="{BACA6489-31F2-43BC-8EDA-0F5178508542}" destId="{8854F0E9-8499-461A-9FB3-17B0321322FE}" srcOrd="1" destOrd="0" presId="urn:microsoft.com/office/officeart/2008/layout/VerticalCurvedList"/>
    <dgm:cxn modelId="{1068DED0-7AE9-4EDE-9832-BA40AD088284}" type="presParOf" srcId="{BACA6489-31F2-43BC-8EDA-0F5178508542}" destId="{E5A66886-EF4A-4950-8C86-15AC69ABAE75}" srcOrd="2" destOrd="0" presId="urn:microsoft.com/office/officeart/2008/layout/VerticalCurvedList"/>
    <dgm:cxn modelId="{6F86273D-FBC7-4453-BD6D-8F04BC76C1AF}" type="presParOf" srcId="{E5A66886-EF4A-4950-8C86-15AC69ABAE75}" destId="{D37BADBD-326E-4A67-9D1B-2558FE4276CD}" srcOrd="0" destOrd="0" presId="urn:microsoft.com/office/officeart/2008/layout/VerticalCurvedList"/>
    <dgm:cxn modelId="{697BB03B-7A8E-470C-BCFE-DD7199C1309D}" type="presParOf" srcId="{BACA6489-31F2-43BC-8EDA-0F5178508542}" destId="{29BDC60E-D0AC-420D-B508-D1EE7EFB39F7}" srcOrd="3" destOrd="0" presId="urn:microsoft.com/office/officeart/2008/layout/VerticalCurvedList"/>
    <dgm:cxn modelId="{DFCC1D0D-45B7-423D-9C6E-EFC830E25982}" type="presParOf" srcId="{BACA6489-31F2-43BC-8EDA-0F5178508542}" destId="{BFED5B0F-622B-4D78-80CB-593D74581D24}" srcOrd="4" destOrd="0" presId="urn:microsoft.com/office/officeart/2008/layout/VerticalCurvedList"/>
    <dgm:cxn modelId="{44A5BF60-B62B-4CC7-952F-082BB200F6DF}" type="presParOf" srcId="{BFED5B0F-622B-4D78-80CB-593D74581D24}" destId="{9818F826-F4A0-4A35-A35A-F985F44C10A6}" srcOrd="0" destOrd="0" presId="urn:microsoft.com/office/officeart/2008/layout/VerticalCurvedList"/>
    <dgm:cxn modelId="{4654CA2F-31A3-43CF-BD00-A06BC4501E86}" type="presParOf" srcId="{BACA6489-31F2-43BC-8EDA-0F5178508542}" destId="{A617DC6F-2385-46A2-AAF6-0284F8FDA19E}" srcOrd="5" destOrd="0" presId="urn:microsoft.com/office/officeart/2008/layout/VerticalCurvedList"/>
    <dgm:cxn modelId="{A6508CB6-1E25-497D-93C4-1701E55E44D5}" type="presParOf" srcId="{BACA6489-31F2-43BC-8EDA-0F5178508542}" destId="{209D81F9-E0FF-402F-96FD-78E14B07CF52}" srcOrd="6" destOrd="0" presId="urn:microsoft.com/office/officeart/2008/layout/VerticalCurvedList"/>
    <dgm:cxn modelId="{04B9AF01-7371-4337-9278-7AFA55519A9A}" type="presParOf" srcId="{209D81F9-E0FF-402F-96FD-78E14B07CF52}" destId="{9EE9039F-B8B1-4032-B783-A84AFB91CACF}" srcOrd="0" destOrd="0" presId="urn:microsoft.com/office/officeart/2008/layout/VerticalCurvedList"/>
    <dgm:cxn modelId="{3581AE8B-7BE6-44CE-B4E7-F683CC6183FB}" type="presParOf" srcId="{BACA6489-31F2-43BC-8EDA-0F5178508542}" destId="{BEF75118-588F-420D-9C46-A7F0AFBF30CD}" srcOrd="7" destOrd="0" presId="urn:microsoft.com/office/officeart/2008/layout/VerticalCurvedList"/>
    <dgm:cxn modelId="{F311E958-EC08-4272-A25A-1820437ED566}" type="presParOf" srcId="{BACA6489-31F2-43BC-8EDA-0F5178508542}" destId="{7A84A6A5-18E4-4CF2-8FF2-6623EFCC7658}" srcOrd="8" destOrd="0" presId="urn:microsoft.com/office/officeart/2008/layout/VerticalCurvedList"/>
    <dgm:cxn modelId="{1F0DE8EC-1966-4674-98FD-04E1BAEFBE02}" type="presParOf" srcId="{7A84A6A5-18E4-4CF2-8FF2-6623EFCC7658}" destId="{69A2CA0F-44DA-4C2B-808A-6ECB3C6E02F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38FB27-9D2B-492C-9974-DE86B58E6C01}" type="doc">
      <dgm:prSet loTypeId="urn:microsoft.com/office/officeart/2005/8/layout/hList6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1F2EFB6-CF71-412D-95E0-BF5ECB127B6F}">
      <dgm:prSet phldrT="[Text]" phldr="0" custT="1"/>
      <dgm:spPr/>
      <dgm:t>
        <a:bodyPr/>
        <a:lstStyle/>
        <a:p>
          <a:r>
            <a:rPr lang="en-IN" sz="2400" b="1" dirty="0"/>
            <a:t>Start Flask</a:t>
          </a:r>
        </a:p>
      </dgm:t>
    </dgm:pt>
    <dgm:pt modelId="{4BDA390A-A9FB-482D-94EC-E2E3CEC0A23B}" type="parTrans" cxnId="{52AD1507-4353-49E8-992F-AACF423D792E}">
      <dgm:prSet/>
      <dgm:spPr/>
      <dgm:t>
        <a:bodyPr/>
        <a:lstStyle/>
        <a:p>
          <a:endParaRPr lang="en-IN"/>
        </a:p>
      </dgm:t>
    </dgm:pt>
    <dgm:pt modelId="{4EA5E1C7-10CE-48E7-BB85-6FFBB11F2388}" type="sibTrans" cxnId="{52AD1507-4353-49E8-992F-AACF423D792E}">
      <dgm:prSet/>
      <dgm:spPr/>
      <dgm:t>
        <a:bodyPr/>
        <a:lstStyle/>
        <a:p>
          <a:endParaRPr lang="en-IN"/>
        </a:p>
      </dgm:t>
    </dgm:pt>
    <dgm:pt modelId="{CF4CDA76-0E29-470F-8649-12DC971D3C1F}">
      <dgm:prSet phldrT="[Text]" custT="1"/>
      <dgm:spPr/>
      <dgm:t>
        <a:bodyPr/>
        <a:lstStyle/>
        <a:p>
          <a:endParaRPr lang="en-IN" sz="2000" dirty="0">
            <a:solidFill>
              <a:schemeClr val="accent3">
                <a:lumMod val="10000"/>
              </a:schemeClr>
            </a:solidFill>
          </a:endParaRPr>
        </a:p>
      </dgm:t>
    </dgm:pt>
    <dgm:pt modelId="{904B44CF-FD0D-470F-86EE-AB5B11846473}" type="parTrans" cxnId="{8724E153-F92D-43B3-951D-9C5FE03340D7}">
      <dgm:prSet/>
      <dgm:spPr/>
      <dgm:t>
        <a:bodyPr/>
        <a:lstStyle/>
        <a:p>
          <a:endParaRPr lang="en-IN"/>
        </a:p>
      </dgm:t>
    </dgm:pt>
    <dgm:pt modelId="{881A7D25-2ED6-430B-8FAF-D15216FDD3BA}" type="sibTrans" cxnId="{8724E153-F92D-43B3-951D-9C5FE03340D7}">
      <dgm:prSet/>
      <dgm:spPr/>
      <dgm:t>
        <a:bodyPr/>
        <a:lstStyle/>
        <a:p>
          <a:endParaRPr lang="en-IN"/>
        </a:p>
      </dgm:t>
    </dgm:pt>
    <dgm:pt modelId="{6FA5D75F-5846-4A67-A48A-55F961F9CB57}">
      <dgm:prSet phldrT="[Text]" phldr="0" custT="1"/>
      <dgm:spPr/>
      <dgm:t>
        <a:bodyPr/>
        <a:lstStyle/>
        <a:p>
          <a:r>
            <a:rPr lang="en-IN" sz="2400" b="1" dirty="0"/>
            <a:t>Start React</a:t>
          </a:r>
        </a:p>
      </dgm:t>
    </dgm:pt>
    <dgm:pt modelId="{3EA8BB77-282C-4B12-83ED-79943F34A477}" type="parTrans" cxnId="{C5BD2BCF-E868-446B-8AF5-A758617FD06B}">
      <dgm:prSet/>
      <dgm:spPr/>
      <dgm:t>
        <a:bodyPr/>
        <a:lstStyle/>
        <a:p>
          <a:endParaRPr lang="en-IN"/>
        </a:p>
      </dgm:t>
    </dgm:pt>
    <dgm:pt modelId="{8C2D1FDE-1115-4429-8B2B-ED02AC962EE6}" type="sibTrans" cxnId="{C5BD2BCF-E868-446B-8AF5-A758617FD06B}">
      <dgm:prSet/>
      <dgm:spPr/>
      <dgm:t>
        <a:bodyPr/>
        <a:lstStyle/>
        <a:p>
          <a:endParaRPr lang="en-IN"/>
        </a:p>
      </dgm:t>
    </dgm:pt>
    <dgm:pt modelId="{3B9062CD-47C7-4EAD-9048-3FE3382F15EC}">
      <dgm:prSet phldrT="[Text]" custT="1"/>
      <dgm:spPr/>
      <dgm:t>
        <a:bodyPr/>
        <a:lstStyle/>
        <a:p>
          <a:endParaRPr lang="en-IN" sz="1800" dirty="0"/>
        </a:p>
      </dgm:t>
    </dgm:pt>
    <dgm:pt modelId="{01BC0138-C702-44F9-A0BF-855C0E9A8E44}" type="parTrans" cxnId="{212325CB-0DB7-4DF7-9A3A-294C6B78B040}">
      <dgm:prSet/>
      <dgm:spPr/>
      <dgm:t>
        <a:bodyPr/>
        <a:lstStyle/>
        <a:p>
          <a:endParaRPr lang="en-IN"/>
        </a:p>
      </dgm:t>
    </dgm:pt>
    <dgm:pt modelId="{BC01A5A1-9754-4FD4-AF37-D6A6BA33A3E7}" type="sibTrans" cxnId="{212325CB-0DB7-4DF7-9A3A-294C6B78B040}">
      <dgm:prSet/>
      <dgm:spPr/>
      <dgm:t>
        <a:bodyPr/>
        <a:lstStyle/>
        <a:p>
          <a:endParaRPr lang="en-IN"/>
        </a:p>
      </dgm:t>
    </dgm:pt>
    <dgm:pt modelId="{3274277E-E1D1-4359-9A1B-0BB9CCC57D85}">
      <dgm:prSet phldrT="[Text]"/>
      <dgm:spPr/>
      <dgm:t>
        <a:bodyPr/>
        <a:lstStyle/>
        <a:p>
          <a:r>
            <a:rPr lang="en-IN" sz="2400" b="1">
              <a:latin typeface="Trebuchet MS (Body)"/>
            </a:rPr>
            <a:t>Open Dashboard</a:t>
          </a:r>
          <a:endParaRPr lang="en-IN" sz="2700" dirty="0">
            <a:latin typeface="Trebuchet MS (Body)"/>
          </a:endParaRPr>
        </a:p>
      </dgm:t>
    </dgm:pt>
    <dgm:pt modelId="{BDE06859-62C0-4C83-97BA-1A3CBA37E32A}" type="parTrans" cxnId="{11BF1E66-01E2-468E-9E77-2D3E030C9FDB}">
      <dgm:prSet/>
      <dgm:spPr/>
      <dgm:t>
        <a:bodyPr/>
        <a:lstStyle/>
        <a:p>
          <a:endParaRPr lang="en-IN"/>
        </a:p>
      </dgm:t>
    </dgm:pt>
    <dgm:pt modelId="{088FDDDF-12D6-4819-9CCD-163F8FF2F663}" type="sibTrans" cxnId="{11BF1E66-01E2-468E-9E77-2D3E030C9FDB}">
      <dgm:prSet/>
      <dgm:spPr/>
      <dgm:t>
        <a:bodyPr/>
        <a:lstStyle/>
        <a:p>
          <a:endParaRPr lang="en-IN"/>
        </a:p>
      </dgm:t>
    </dgm:pt>
    <dgm:pt modelId="{7AFD0877-FE42-4870-8F6F-38D33102DFBD}">
      <dgm:prSet phldrT="[Text]" custT="1"/>
      <dgm:spPr/>
      <dgm:t>
        <a:bodyPr/>
        <a:lstStyle/>
        <a:p>
          <a:endParaRPr lang="en-IN" sz="1800" dirty="0">
            <a:solidFill>
              <a:schemeClr val="accent3">
                <a:lumMod val="10000"/>
              </a:schemeClr>
            </a:solidFill>
          </a:endParaRPr>
        </a:p>
      </dgm:t>
    </dgm:pt>
    <dgm:pt modelId="{0DB27070-7F52-475C-A05F-C9993FB82BDA}" type="parTrans" cxnId="{8F57C958-767C-4A4D-8DA4-9AAC55206742}">
      <dgm:prSet/>
      <dgm:spPr/>
      <dgm:t>
        <a:bodyPr/>
        <a:lstStyle/>
        <a:p>
          <a:endParaRPr lang="en-IN"/>
        </a:p>
      </dgm:t>
    </dgm:pt>
    <dgm:pt modelId="{F53847F5-4C5E-4641-9273-18A5E631D05E}" type="sibTrans" cxnId="{8F57C958-767C-4A4D-8DA4-9AAC55206742}">
      <dgm:prSet/>
      <dgm:spPr/>
      <dgm:t>
        <a:bodyPr/>
        <a:lstStyle/>
        <a:p>
          <a:endParaRPr lang="en-IN"/>
        </a:p>
      </dgm:t>
    </dgm:pt>
    <dgm:pt modelId="{33387098-9C2F-488F-B856-BD337820D872}">
      <dgm:prSet phldrT="[Text]" phldr="0" custT="1"/>
      <dgm:spPr/>
      <dgm:t>
        <a:bodyPr/>
        <a:lstStyle/>
        <a:p>
          <a:r>
            <a:rPr lang="en-IN" sz="2400" b="1" dirty="0"/>
            <a:t>Run Prediction</a:t>
          </a:r>
        </a:p>
        <a:p>
          <a:endParaRPr lang="en-IN" sz="2400" b="1" dirty="0"/>
        </a:p>
        <a:p>
          <a:endParaRPr lang="en-IN" sz="2400" b="1" dirty="0"/>
        </a:p>
        <a:p>
          <a:endParaRPr lang="en-IN" sz="2400" b="1" dirty="0"/>
        </a:p>
      </dgm:t>
    </dgm:pt>
    <dgm:pt modelId="{8EF4AE54-B78C-41B4-937A-BEF78BCFAE56}" type="parTrans" cxnId="{C7381EFD-7777-49B7-A750-9E0565BEF3B1}">
      <dgm:prSet/>
      <dgm:spPr/>
      <dgm:t>
        <a:bodyPr/>
        <a:lstStyle/>
        <a:p>
          <a:endParaRPr lang="en-IN"/>
        </a:p>
      </dgm:t>
    </dgm:pt>
    <dgm:pt modelId="{27195B33-E0D2-4507-920B-64EAC9F60F4B}" type="sibTrans" cxnId="{C7381EFD-7777-49B7-A750-9E0565BEF3B1}">
      <dgm:prSet/>
      <dgm:spPr/>
      <dgm:t>
        <a:bodyPr/>
        <a:lstStyle/>
        <a:p>
          <a:endParaRPr lang="en-IN"/>
        </a:p>
      </dgm:t>
    </dgm:pt>
    <dgm:pt modelId="{11BD1A27-60C8-42BB-A1AE-89FE52D0A77A}">
      <dgm:prSet phldrT="[Text]" phldr="0" custT="1"/>
      <dgm:spPr/>
      <dgm:t>
        <a:bodyPr/>
        <a:lstStyle/>
        <a:p>
          <a:r>
            <a:rPr lang="en-IN" sz="2400" b="1" dirty="0"/>
            <a:t>Explain Result</a:t>
          </a:r>
        </a:p>
        <a:p>
          <a:endParaRPr lang="en-IN" sz="2400" b="1" dirty="0"/>
        </a:p>
        <a:p>
          <a:endParaRPr lang="en-IN" sz="2400" b="1" dirty="0"/>
        </a:p>
        <a:p>
          <a:endParaRPr lang="en-IN" sz="2400" b="1" dirty="0"/>
        </a:p>
      </dgm:t>
    </dgm:pt>
    <dgm:pt modelId="{59355810-37E9-4397-A37E-74CDE99EDAD7}" type="parTrans" cxnId="{27ED2670-1765-497E-B376-11FC48FEE725}">
      <dgm:prSet/>
      <dgm:spPr/>
      <dgm:t>
        <a:bodyPr/>
        <a:lstStyle/>
        <a:p>
          <a:endParaRPr lang="en-IN"/>
        </a:p>
      </dgm:t>
    </dgm:pt>
    <dgm:pt modelId="{62B24C4A-F99C-42CD-941F-2A71BB1A9F71}" type="sibTrans" cxnId="{27ED2670-1765-497E-B376-11FC48FEE725}">
      <dgm:prSet/>
      <dgm:spPr/>
      <dgm:t>
        <a:bodyPr/>
        <a:lstStyle/>
        <a:p>
          <a:endParaRPr lang="en-IN"/>
        </a:p>
      </dgm:t>
    </dgm:pt>
    <dgm:pt modelId="{96E759CD-AE0B-4B44-B34E-EFB2A2382D95}">
      <dgm:prSet phldrT="[Text]" custT="1"/>
      <dgm:spPr/>
      <dgm:t>
        <a:bodyPr/>
        <a:lstStyle/>
        <a:p>
          <a:r>
            <a:rPr lang="en-US" sz="1800" b="0">
              <a:latin typeface="Aptos"/>
            </a:rPr>
            <a:t>Second terminal → cd salaryiq_frontend → npm run dev</a:t>
          </a:r>
          <a:endParaRPr lang="en-IN" sz="1800" dirty="0"/>
        </a:p>
      </dgm:t>
    </dgm:pt>
    <dgm:pt modelId="{282C2766-36D6-4801-B067-BEA394E6C6D3}" type="parTrans" cxnId="{22E59DDA-1BC8-46C2-8B28-86C1CD8D3A6D}">
      <dgm:prSet/>
      <dgm:spPr/>
      <dgm:t>
        <a:bodyPr/>
        <a:lstStyle/>
        <a:p>
          <a:endParaRPr lang="en-IN"/>
        </a:p>
      </dgm:t>
    </dgm:pt>
    <dgm:pt modelId="{8CBFC800-45F7-4362-A806-FA359C0B68F3}" type="sibTrans" cxnId="{22E59DDA-1BC8-46C2-8B28-86C1CD8D3A6D}">
      <dgm:prSet/>
      <dgm:spPr/>
      <dgm:t>
        <a:bodyPr/>
        <a:lstStyle/>
        <a:p>
          <a:endParaRPr lang="en-IN"/>
        </a:p>
      </dgm:t>
    </dgm:pt>
    <dgm:pt modelId="{F9CDFE43-2CBA-402C-91C8-37F7357C3403}">
      <dgm:prSet phldrT="[Text]" custT="1"/>
      <dgm:spPr/>
      <dgm:t>
        <a:bodyPr/>
        <a:lstStyle/>
        <a:p>
          <a:r>
            <a:rPr lang="en-IN" sz="2000" b="0">
              <a:latin typeface="Aptos"/>
            </a:rPr>
            <a:t>Activate .venv → cd backend → python app.py</a:t>
          </a:r>
          <a:endParaRPr lang="en-IN" sz="2000" dirty="0"/>
        </a:p>
      </dgm:t>
    </dgm:pt>
    <dgm:pt modelId="{6BA2B90C-EA90-4B3B-A77B-14127F384DC2}" type="parTrans" cxnId="{582984BA-22A5-4A41-8B26-173D85A743B8}">
      <dgm:prSet/>
      <dgm:spPr/>
      <dgm:t>
        <a:bodyPr/>
        <a:lstStyle/>
        <a:p>
          <a:endParaRPr lang="en-IN"/>
        </a:p>
      </dgm:t>
    </dgm:pt>
    <dgm:pt modelId="{CE9618A1-CB46-465E-9415-D9B69603B0B5}" type="sibTrans" cxnId="{582984BA-22A5-4A41-8B26-173D85A743B8}">
      <dgm:prSet/>
      <dgm:spPr/>
      <dgm:t>
        <a:bodyPr/>
        <a:lstStyle/>
        <a:p>
          <a:endParaRPr lang="en-IN"/>
        </a:p>
      </dgm:t>
    </dgm:pt>
    <dgm:pt modelId="{EA6A0573-F51C-47AF-9FF0-A4E36D949326}">
      <dgm:prSet phldrT="[Text]" custT="1"/>
      <dgm:spPr/>
      <dgm:t>
        <a:bodyPr/>
        <a:lstStyle/>
        <a:p>
          <a:r>
            <a:rPr lang="en-IN" sz="1800" b="0">
              <a:latin typeface="Aptos"/>
            </a:rPr>
            <a:t>Visit http://localhost:5173</a:t>
          </a:r>
          <a:endParaRPr lang="en-IN" sz="1800" dirty="0"/>
        </a:p>
      </dgm:t>
    </dgm:pt>
    <dgm:pt modelId="{B7101F56-798B-4958-AC7E-71EAE61DA742}" type="parTrans" cxnId="{4680D7A9-F87C-4F1A-8612-9B3B93454F9C}">
      <dgm:prSet/>
      <dgm:spPr/>
      <dgm:t>
        <a:bodyPr/>
        <a:lstStyle/>
        <a:p>
          <a:endParaRPr lang="en-IN"/>
        </a:p>
      </dgm:t>
    </dgm:pt>
    <dgm:pt modelId="{33A1F749-7A1E-46AC-AF02-730BD3AD4403}" type="sibTrans" cxnId="{4680D7A9-F87C-4F1A-8612-9B3B93454F9C}">
      <dgm:prSet/>
      <dgm:spPr/>
      <dgm:t>
        <a:bodyPr/>
        <a:lstStyle/>
        <a:p>
          <a:endParaRPr lang="en-IN"/>
        </a:p>
      </dgm:t>
    </dgm:pt>
    <dgm:pt modelId="{8267F35D-C10F-4A0C-B793-7D2C485A0806}" type="pres">
      <dgm:prSet presAssocID="{7038FB27-9D2B-492C-9974-DE86B58E6C01}" presName="Name0" presStyleCnt="0">
        <dgm:presLayoutVars>
          <dgm:dir/>
          <dgm:resizeHandles val="exact"/>
        </dgm:presLayoutVars>
      </dgm:prSet>
      <dgm:spPr/>
    </dgm:pt>
    <dgm:pt modelId="{7D1F1EE9-774F-4478-8FC8-80E67F2D88E2}" type="pres">
      <dgm:prSet presAssocID="{F1F2EFB6-CF71-412D-95E0-BF5ECB127B6F}" presName="node" presStyleLbl="node1" presStyleIdx="0" presStyleCnt="5" custLinFactNeighborY="0">
        <dgm:presLayoutVars>
          <dgm:bulletEnabled val="1"/>
        </dgm:presLayoutVars>
      </dgm:prSet>
      <dgm:spPr/>
    </dgm:pt>
    <dgm:pt modelId="{6C67D361-C31D-4500-A307-EE31C4D86C55}" type="pres">
      <dgm:prSet presAssocID="{4EA5E1C7-10CE-48E7-BB85-6FFBB11F2388}" presName="sibTrans" presStyleCnt="0"/>
      <dgm:spPr/>
    </dgm:pt>
    <dgm:pt modelId="{6A83E92A-A15D-4DA1-8D56-4B6187EEDB5C}" type="pres">
      <dgm:prSet presAssocID="{6FA5D75F-5846-4A67-A48A-55F961F9CB57}" presName="node" presStyleLbl="node1" presStyleIdx="1" presStyleCnt="5">
        <dgm:presLayoutVars>
          <dgm:bulletEnabled val="1"/>
        </dgm:presLayoutVars>
      </dgm:prSet>
      <dgm:spPr/>
    </dgm:pt>
    <dgm:pt modelId="{DC0D15ED-645A-44AC-8654-32F32F9F290D}" type="pres">
      <dgm:prSet presAssocID="{8C2D1FDE-1115-4429-8B2B-ED02AC962EE6}" presName="sibTrans" presStyleCnt="0"/>
      <dgm:spPr/>
    </dgm:pt>
    <dgm:pt modelId="{11C026CE-F7BF-4745-88FD-7230697EB7C0}" type="pres">
      <dgm:prSet presAssocID="{3274277E-E1D1-4359-9A1B-0BB9CCC57D85}" presName="node" presStyleLbl="node1" presStyleIdx="2" presStyleCnt="5">
        <dgm:presLayoutVars>
          <dgm:bulletEnabled val="1"/>
        </dgm:presLayoutVars>
      </dgm:prSet>
      <dgm:spPr/>
    </dgm:pt>
    <dgm:pt modelId="{DA2963A1-BD8F-461F-B416-04C577D18EAC}" type="pres">
      <dgm:prSet presAssocID="{088FDDDF-12D6-4819-9CCD-163F8FF2F663}" presName="sibTrans" presStyleCnt="0"/>
      <dgm:spPr/>
    </dgm:pt>
    <dgm:pt modelId="{BC6492CA-DF0C-48E8-A991-4726046E4059}" type="pres">
      <dgm:prSet presAssocID="{33387098-9C2F-488F-B856-BD337820D872}" presName="node" presStyleLbl="node1" presStyleIdx="3" presStyleCnt="5" custLinFactNeighborX="20771">
        <dgm:presLayoutVars>
          <dgm:bulletEnabled val="1"/>
        </dgm:presLayoutVars>
      </dgm:prSet>
      <dgm:spPr/>
    </dgm:pt>
    <dgm:pt modelId="{3172AB6C-1727-49C8-B95A-97014ED95355}" type="pres">
      <dgm:prSet presAssocID="{27195B33-E0D2-4507-920B-64EAC9F60F4B}" presName="sibTrans" presStyleCnt="0"/>
      <dgm:spPr/>
    </dgm:pt>
    <dgm:pt modelId="{A0980D53-7934-4BDE-B139-C61632F1227F}" type="pres">
      <dgm:prSet presAssocID="{11BD1A27-60C8-42BB-A1AE-89FE52D0A77A}" presName="node" presStyleLbl="node1" presStyleIdx="4" presStyleCnt="5">
        <dgm:presLayoutVars>
          <dgm:bulletEnabled val="1"/>
        </dgm:presLayoutVars>
      </dgm:prSet>
      <dgm:spPr/>
    </dgm:pt>
  </dgm:ptLst>
  <dgm:cxnLst>
    <dgm:cxn modelId="{52AD1507-4353-49E8-992F-AACF423D792E}" srcId="{7038FB27-9D2B-492C-9974-DE86B58E6C01}" destId="{F1F2EFB6-CF71-412D-95E0-BF5ECB127B6F}" srcOrd="0" destOrd="0" parTransId="{4BDA390A-A9FB-482D-94EC-E2E3CEC0A23B}" sibTransId="{4EA5E1C7-10CE-48E7-BB85-6FFBB11F2388}"/>
    <dgm:cxn modelId="{8789A037-B2E6-4D68-945C-ECBF44FC645F}" type="presOf" srcId="{F9CDFE43-2CBA-402C-91C8-37F7357C3403}" destId="{7D1F1EE9-774F-4478-8FC8-80E67F2D88E2}" srcOrd="0" destOrd="2" presId="urn:microsoft.com/office/officeart/2005/8/layout/hList6"/>
    <dgm:cxn modelId="{C6E3BF3C-5701-42EB-9B51-D93DA393B4CD}" type="presOf" srcId="{F1F2EFB6-CF71-412D-95E0-BF5ECB127B6F}" destId="{7D1F1EE9-774F-4478-8FC8-80E67F2D88E2}" srcOrd="0" destOrd="0" presId="urn:microsoft.com/office/officeart/2005/8/layout/hList6"/>
    <dgm:cxn modelId="{B732505C-9E7B-409A-BDED-F97F1630741D}" type="presOf" srcId="{6FA5D75F-5846-4A67-A48A-55F961F9CB57}" destId="{6A83E92A-A15D-4DA1-8D56-4B6187EEDB5C}" srcOrd="0" destOrd="0" presId="urn:microsoft.com/office/officeart/2005/8/layout/hList6"/>
    <dgm:cxn modelId="{FD86DA60-413A-4D2A-B337-D3654D297FE0}" type="presOf" srcId="{3B9062CD-47C7-4EAD-9048-3FE3382F15EC}" destId="{6A83E92A-A15D-4DA1-8D56-4B6187EEDB5C}" srcOrd="0" destOrd="1" presId="urn:microsoft.com/office/officeart/2005/8/layout/hList6"/>
    <dgm:cxn modelId="{11BF1E66-01E2-468E-9E77-2D3E030C9FDB}" srcId="{7038FB27-9D2B-492C-9974-DE86B58E6C01}" destId="{3274277E-E1D1-4359-9A1B-0BB9CCC57D85}" srcOrd="2" destOrd="0" parTransId="{BDE06859-62C0-4C83-97BA-1A3CBA37E32A}" sibTransId="{088FDDDF-12D6-4819-9CCD-163F8FF2F663}"/>
    <dgm:cxn modelId="{E3105B4F-D579-47F8-A32A-EE08A5BC9BC5}" type="presOf" srcId="{7AFD0877-FE42-4870-8F6F-38D33102DFBD}" destId="{11C026CE-F7BF-4745-88FD-7230697EB7C0}" srcOrd="0" destOrd="1" presId="urn:microsoft.com/office/officeart/2005/8/layout/hList6"/>
    <dgm:cxn modelId="{27ED2670-1765-497E-B376-11FC48FEE725}" srcId="{7038FB27-9D2B-492C-9974-DE86B58E6C01}" destId="{11BD1A27-60C8-42BB-A1AE-89FE52D0A77A}" srcOrd="4" destOrd="0" parTransId="{59355810-37E9-4397-A37E-74CDE99EDAD7}" sibTransId="{62B24C4A-F99C-42CD-941F-2A71BB1A9F71}"/>
    <dgm:cxn modelId="{F487FE70-DDB9-44E6-AFBB-22F64897310C}" type="presOf" srcId="{33387098-9C2F-488F-B856-BD337820D872}" destId="{BC6492CA-DF0C-48E8-A991-4726046E4059}" srcOrd="0" destOrd="0" presId="urn:microsoft.com/office/officeart/2005/8/layout/hList6"/>
    <dgm:cxn modelId="{8724E153-F92D-43B3-951D-9C5FE03340D7}" srcId="{F1F2EFB6-CF71-412D-95E0-BF5ECB127B6F}" destId="{CF4CDA76-0E29-470F-8649-12DC971D3C1F}" srcOrd="0" destOrd="0" parTransId="{904B44CF-FD0D-470F-86EE-AB5B11846473}" sibTransId="{881A7D25-2ED6-430B-8FAF-D15216FDD3BA}"/>
    <dgm:cxn modelId="{8F57C958-767C-4A4D-8DA4-9AAC55206742}" srcId="{3274277E-E1D1-4359-9A1B-0BB9CCC57D85}" destId="{7AFD0877-FE42-4870-8F6F-38D33102DFBD}" srcOrd="0" destOrd="0" parTransId="{0DB27070-7F52-475C-A05F-C9993FB82BDA}" sibTransId="{F53847F5-4C5E-4641-9273-18A5E631D05E}"/>
    <dgm:cxn modelId="{F1C8DF87-5C5D-4E71-8A0B-4267C3702877}" type="presOf" srcId="{3274277E-E1D1-4359-9A1B-0BB9CCC57D85}" destId="{11C026CE-F7BF-4745-88FD-7230697EB7C0}" srcOrd="0" destOrd="0" presId="urn:microsoft.com/office/officeart/2005/8/layout/hList6"/>
    <dgm:cxn modelId="{23C0439B-075E-4F4C-8A83-6853201B9721}" type="presOf" srcId="{EA6A0573-F51C-47AF-9FF0-A4E36D949326}" destId="{11C026CE-F7BF-4745-88FD-7230697EB7C0}" srcOrd="0" destOrd="2" presId="urn:microsoft.com/office/officeart/2005/8/layout/hList6"/>
    <dgm:cxn modelId="{4680D7A9-F87C-4F1A-8612-9B3B93454F9C}" srcId="{3274277E-E1D1-4359-9A1B-0BB9CCC57D85}" destId="{EA6A0573-F51C-47AF-9FF0-A4E36D949326}" srcOrd="1" destOrd="0" parTransId="{B7101F56-798B-4958-AC7E-71EAE61DA742}" sibTransId="{33A1F749-7A1E-46AC-AF02-730BD3AD4403}"/>
    <dgm:cxn modelId="{9653D8B4-4752-4E7D-B1D4-0FA815FCD73F}" type="presOf" srcId="{96E759CD-AE0B-4B44-B34E-EFB2A2382D95}" destId="{6A83E92A-A15D-4DA1-8D56-4B6187EEDB5C}" srcOrd="0" destOrd="2" presId="urn:microsoft.com/office/officeart/2005/8/layout/hList6"/>
    <dgm:cxn modelId="{582984BA-22A5-4A41-8B26-173D85A743B8}" srcId="{F1F2EFB6-CF71-412D-95E0-BF5ECB127B6F}" destId="{F9CDFE43-2CBA-402C-91C8-37F7357C3403}" srcOrd="1" destOrd="0" parTransId="{6BA2B90C-EA90-4B3B-A77B-14127F384DC2}" sibTransId="{CE9618A1-CB46-465E-9415-D9B69603B0B5}"/>
    <dgm:cxn modelId="{212325CB-0DB7-4DF7-9A3A-294C6B78B040}" srcId="{6FA5D75F-5846-4A67-A48A-55F961F9CB57}" destId="{3B9062CD-47C7-4EAD-9048-3FE3382F15EC}" srcOrd="0" destOrd="0" parTransId="{01BC0138-C702-44F9-A0BF-855C0E9A8E44}" sibTransId="{BC01A5A1-9754-4FD4-AF37-D6A6BA33A3E7}"/>
    <dgm:cxn modelId="{C5BD2BCF-E868-446B-8AF5-A758617FD06B}" srcId="{7038FB27-9D2B-492C-9974-DE86B58E6C01}" destId="{6FA5D75F-5846-4A67-A48A-55F961F9CB57}" srcOrd="1" destOrd="0" parTransId="{3EA8BB77-282C-4B12-83ED-79943F34A477}" sibTransId="{8C2D1FDE-1115-4429-8B2B-ED02AC962EE6}"/>
    <dgm:cxn modelId="{22E59DDA-1BC8-46C2-8B28-86C1CD8D3A6D}" srcId="{6FA5D75F-5846-4A67-A48A-55F961F9CB57}" destId="{96E759CD-AE0B-4B44-B34E-EFB2A2382D95}" srcOrd="1" destOrd="0" parTransId="{282C2766-36D6-4801-B067-BEA394E6C6D3}" sibTransId="{8CBFC800-45F7-4362-A806-FA359C0B68F3}"/>
    <dgm:cxn modelId="{638BC6E4-9065-4F70-A170-61D3B7CC5F18}" type="presOf" srcId="{CF4CDA76-0E29-470F-8649-12DC971D3C1F}" destId="{7D1F1EE9-774F-4478-8FC8-80E67F2D88E2}" srcOrd="0" destOrd="1" presId="urn:microsoft.com/office/officeart/2005/8/layout/hList6"/>
    <dgm:cxn modelId="{12E7A1E7-AE73-4E5B-AE63-35BC6DACCB1B}" type="presOf" srcId="{7038FB27-9D2B-492C-9974-DE86B58E6C01}" destId="{8267F35D-C10F-4A0C-B793-7D2C485A0806}" srcOrd="0" destOrd="0" presId="urn:microsoft.com/office/officeart/2005/8/layout/hList6"/>
    <dgm:cxn modelId="{510E83F4-5DA9-4EA9-90F2-C31D899B8FAD}" type="presOf" srcId="{11BD1A27-60C8-42BB-A1AE-89FE52D0A77A}" destId="{A0980D53-7934-4BDE-B139-C61632F1227F}" srcOrd="0" destOrd="0" presId="urn:microsoft.com/office/officeart/2005/8/layout/hList6"/>
    <dgm:cxn modelId="{C7381EFD-7777-49B7-A750-9E0565BEF3B1}" srcId="{7038FB27-9D2B-492C-9974-DE86B58E6C01}" destId="{33387098-9C2F-488F-B856-BD337820D872}" srcOrd="3" destOrd="0" parTransId="{8EF4AE54-B78C-41B4-937A-BEF78BCFAE56}" sibTransId="{27195B33-E0D2-4507-920B-64EAC9F60F4B}"/>
    <dgm:cxn modelId="{A8173CB2-76E8-426F-B0FD-87FD76998596}" type="presParOf" srcId="{8267F35D-C10F-4A0C-B793-7D2C485A0806}" destId="{7D1F1EE9-774F-4478-8FC8-80E67F2D88E2}" srcOrd="0" destOrd="0" presId="urn:microsoft.com/office/officeart/2005/8/layout/hList6"/>
    <dgm:cxn modelId="{F8AD45C7-070B-4D5B-BBAA-16B17ADBE6E3}" type="presParOf" srcId="{8267F35D-C10F-4A0C-B793-7D2C485A0806}" destId="{6C67D361-C31D-4500-A307-EE31C4D86C55}" srcOrd="1" destOrd="0" presId="urn:microsoft.com/office/officeart/2005/8/layout/hList6"/>
    <dgm:cxn modelId="{DDF7BC45-E8B1-49F1-8264-545C9DA20FAC}" type="presParOf" srcId="{8267F35D-C10F-4A0C-B793-7D2C485A0806}" destId="{6A83E92A-A15D-4DA1-8D56-4B6187EEDB5C}" srcOrd="2" destOrd="0" presId="urn:microsoft.com/office/officeart/2005/8/layout/hList6"/>
    <dgm:cxn modelId="{6676ACBC-7395-4968-A717-9E3BC0E81341}" type="presParOf" srcId="{8267F35D-C10F-4A0C-B793-7D2C485A0806}" destId="{DC0D15ED-645A-44AC-8654-32F32F9F290D}" srcOrd="3" destOrd="0" presId="urn:microsoft.com/office/officeart/2005/8/layout/hList6"/>
    <dgm:cxn modelId="{B0D1FDE7-1761-4B2F-A691-42CDC30AB3D1}" type="presParOf" srcId="{8267F35D-C10F-4A0C-B793-7D2C485A0806}" destId="{11C026CE-F7BF-4745-88FD-7230697EB7C0}" srcOrd="4" destOrd="0" presId="urn:microsoft.com/office/officeart/2005/8/layout/hList6"/>
    <dgm:cxn modelId="{F969191F-E8C3-4423-BD1F-00E9DA2B013D}" type="presParOf" srcId="{8267F35D-C10F-4A0C-B793-7D2C485A0806}" destId="{DA2963A1-BD8F-461F-B416-04C577D18EAC}" srcOrd="5" destOrd="0" presId="urn:microsoft.com/office/officeart/2005/8/layout/hList6"/>
    <dgm:cxn modelId="{40B6DD13-0AB5-4963-A041-894D9A8D5AFB}" type="presParOf" srcId="{8267F35D-C10F-4A0C-B793-7D2C485A0806}" destId="{BC6492CA-DF0C-48E8-A991-4726046E4059}" srcOrd="6" destOrd="0" presId="urn:microsoft.com/office/officeart/2005/8/layout/hList6"/>
    <dgm:cxn modelId="{0E671071-4B57-4575-A145-3F51976F0EC3}" type="presParOf" srcId="{8267F35D-C10F-4A0C-B793-7D2C485A0806}" destId="{3172AB6C-1727-49C8-B95A-97014ED95355}" srcOrd="7" destOrd="0" presId="urn:microsoft.com/office/officeart/2005/8/layout/hList6"/>
    <dgm:cxn modelId="{4BEB140E-7824-4719-987A-F0524CD0E9A8}" type="presParOf" srcId="{8267F35D-C10F-4A0C-B793-7D2C485A0806}" destId="{A0980D53-7934-4BDE-B139-C61632F1227F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CD9FF9-2F0E-474A-9B91-E4B323A367FA}" type="doc">
      <dgm:prSet loTypeId="urn:microsoft.com/office/officeart/2005/8/layout/targe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31633B-7277-498E-B4F7-8004C83C4180}">
      <dgm:prSet phldrT="[Text]"/>
      <dgm:spPr/>
      <dgm:t>
        <a:bodyPr/>
        <a:lstStyle/>
        <a:p>
          <a:r>
            <a:rPr lang="en-IN" b="1">
              <a:latin typeface="Aptos"/>
            </a:rPr>
            <a:t>Current limitations</a:t>
          </a:r>
          <a:endParaRPr lang="en-IN" dirty="0"/>
        </a:p>
      </dgm:t>
    </dgm:pt>
    <dgm:pt modelId="{23AA74FB-EA27-4D7D-8C7D-0DB8AC57C27D}" type="parTrans" cxnId="{200C044E-6F9E-4387-B85D-500BA61FD444}">
      <dgm:prSet/>
      <dgm:spPr/>
      <dgm:t>
        <a:bodyPr/>
        <a:lstStyle/>
        <a:p>
          <a:endParaRPr lang="en-IN"/>
        </a:p>
      </dgm:t>
    </dgm:pt>
    <dgm:pt modelId="{C37A470F-48F3-4174-9CCB-AB0C8D1564EB}" type="sibTrans" cxnId="{200C044E-6F9E-4387-B85D-500BA61FD444}">
      <dgm:prSet/>
      <dgm:spPr/>
      <dgm:t>
        <a:bodyPr/>
        <a:lstStyle/>
        <a:p>
          <a:endParaRPr lang="en-IN"/>
        </a:p>
      </dgm:t>
    </dgm:pt>
    <dgm:pt modelId="{EBE43AFA-0F89-4FAF-8A45-78D055FC88C2}">
      <dgm:prSet phldrT="[Text]"/>
      <dgm:spPr/>
      <dgm:t>
        <a:bodyPr/>
        <a:lstStyle/>
        <a:p>
          <a:r>
            <a:rPr lang="en-IN" b="0" dirty="0">
              <a:latin typeface="Aptos"/>
            </a:rPr>
            <a:t>International dataset and USD target</a:t>
          </a:r>
          <a:endParaRPr lang="en-IN" dirty="0"/>
        </a:p>
      </dgm:t>
    </dgm:pt>
    <dgm:pt modelId="{3421E13E-05B6-455B-B604-C27DB70C4060}" type="parTrans" cxnId="{756E8A0B-DD8D-4EEA-BA2B-81F5945CF96D}">
      <dgm:prSet/>
      <dgm:spPr/>
      <dgm:t>
        <a:bodyPr/>
        <a:lstStyle/>
        <a:p>
          <a:endParaRPr lang="en-IN"/>
        </a:p>
      </dgm:t>
    </dgm:pt>
    <dgm:pt modelId="{DAE599FB-9B11-48C5-98FB-4348ACEA6041}" type="sibTrans" cxnId="{756E8A0B-DD8D-4EEA-BA2B-81F5945CF96D}">
      <dgm:prSet/>
      <dgm:spPr/>
      <dgm:t>
        <a:bodyPr/>
        <a:lstStyle/>
        <a:p>
          <a:endParaRPr lang="en-IN"/>
        </a:p>
      </dgm:t>
    </dgm:pt>
    <dgm:pt modelId="{185F5E5A-42B2-4AAD-9DBB-DC4D4892B80E}">
      <dgm:prSet phldrT="[Text]"/>
      <dgm:spPr/>
      <dgm:t>
        <a:bodyPr/>
        <a:lstStyle/>
        <a:p>
          <a:r>
            <a:rPr lang="en-US" b="0" dirty="0">
              <a:latin typeface="Aptos"/>
            </a:rPr>
            <a:t>Baseline model accuracy is limited</a:t>
          </a:r>
          <a:endParaRPr lang="en-IN" dirty="0"/>
        </a:p>
      </dgm:t>
    </dgm:pt>
    <dgm:pt modelId="{2889412A-7D99-4A5A-97C0-03DB693506D5}" type="parTrans" cxnId="{A271474D-D7B9-4CAF-9417-EA5994277217}">
      <dgm:prSet/>
      <dgm:spPr/>
      <dgm:t>
        <a:bodyPr/>
        <a:lstStyle/>
        <a:p>
          <a:endParaRPr lang="en-IN"/>
        </a:p>
      </dgm:t>
    </dgm:pt>
    <dgm:pt modelId="{3CD616F8-8C9C-4F58-9DB2-492E2EC84800}" type="sibTrans" cxnId="{A271474D-D7B9-4CAF-9417-EA5994277217}">
      <dgm:prSet/>
      <dgm:spPr/>
      <dgm:t>
        <a:bodyPr/>
        <a:lstStyle/>
        <a:p>
          <a:endParaRPr lang="en-IN"/>
        </a:p>
      </dgm:t>
    </dgm:pt>
    <dgm:pt modelId="{CDAE789C-7470-4681-81A4-CC1488332878}">
      <dgm:prSet phldrT="[Text]"/>
      <dgm:spPr/>
      <dgm:t>
        <a:bodyPr/>
        <a:lstStyle/>
        <a:p>
          <a:r>
            <a:rPr lang="en-IN" b="1">
              <a:latin typeface="Aptos"/>
            </a:rPr>
            <a:t>Planned improvements</a:t>
          </a:r>
          <a:endParaRPr lang="en-IN" dirty="0"/>
        </a:p>
      </dgm:t>
    </dgm:pt>
    <dgm:pt modelId="{33489BD8-7772-45BB-B771-6DA038A31F65}" type="parTrans" cxnId="{0085BFF2-FA56-40B7-8B0A-A987A077571F}">
      <dgm:prSet/>
      <dgm:spPr/>
      <dgm:t>
        <a:bodyPr/>
        <a:lstStyle/>
        <a:p>
          <a:endParaRPr lang="en-IN"/>
        </a:p>
      </dgm:t>
    </dgm:pt>
    <dgm:pt modelId="{C6202D8C-970B-4E09-BEB1-79D266F79BC3}" type="sibTrans" cxnId="{0085BFF2-FA56-40B7-8B0A-A987A077571F}">
      <dgm:prSet/>
      <dgm:spPr/>
      <dgm:t>
        <a:bodyPr/>
        <a:lstStyle/>
        <a:p>
          <a:endParaRPr lang="en-IN"/>
        </a:p>
      </dgm:t>
    </dgm:pt>
    <dgm:pt modelId="{3A417CF3-E6A3-44E8-9A70-C8ADEBBF605F}">
      <dgm:prSet phldrT="[Text]"/>
      <dgm:spPr/>
      <dgm:t>
        <a:bodyPr/>
        <a:lstStyle/>
        <a:p>
          <a:r>
            <a:rPr lang="en-US" b="0" dirty="0">
              <a:latin typeface="Aptos"/>
            </a:rPr>
            <a:t>Obtain suitable Indian salary data</a:t>
          </a:r>
          <a:endParaRPr lang="en-IN" dirty="0"/>
        </a:p>
      </dgm:t>
    </dgm:pt>
    <dgm:pt modelId="{1C2E3EE7-17C5-4A60-8F1D-3507C7666618}" type="parTrans" cxnId="{84BC32FF-94C6-4250-8D59-A894E798963B}">
      <dgm:prSet/>
      <dgm:spPr/>
      <dgm:t>
        <a:bodyPr/>
        <a:lstStyle/>
        <a:p>
          <a:endParaRPr lang="en-IN"/>
        </a:p>
      </dgm:t>
    </dgm:pt>
    <dgm:pt modelId="{90074BB5-AEBD-47F2-AE62-C398A6552FBD}" type="sibTrans" cxnId="{84BC32FF-94C6-4250-8D59-A894E798963B}">
      <dgm:prSet/>
      <dgm:spPr/>
      <dgm:t>
        <a:bodyPr/>
        <a:lstStyle/>
        <a:p>
          <a:endParaRPr lang="en-IN"/>
        </a:p>
      </dgm:t>
    </dgm:pt>
    <dgm:pt modelId="{56828F29-A00F-4E43-8864-E7B31E39FE35}">
      <dgm:prSet phldrT="[Text]"/>
      <dgm:spPr/>
      <dgm:t>
        <a:bodyPr/>
        <a:lstStyle/>
        <a:p>
          <a:r>
            <a:rPr lang="en-US" b="0" dirty="0">
              <a:latin typeface="Aptos"/>
            </a:rPr>
            <a:t>Retrain and validate for INR</a:t>
          </a:r>
          <a:endParaRPr lang="en-IN" dirty="0"/>
        </a:p>
      </dgm:t>
    </dgm:pt>
    <dgm:pt modelId="{EACD9539-4E15-4D83-99DB-36FE7BCA4E18}" type="parTrans" cxnId="{5115CCAE-BC08-4094-9FAA-1D376EC9868D}">
      <dgm:prSet/>
      <dgm:spPr/>
      <dgm:t>
        <a:bodyPr/>
        <a:lstStyle/>
        <a:p>
          <a:endParaRPr lang="en-IN"/>
        </a:p>
      </dgm:t>
    </dgm:pt>
    <dgm:pt modelId="{3A0707D6-FF07-4D73-A48C-717880F405AC}" type="sibTrans" cxnId="{5115CCAE-BC08-4094-9FAA-1D376EC9868D}">
      <dgm:prSet/>
      <dgm:spPr/>
      <dgm:t>
        <a:bodyPr/>
        <a:lstStyle/>
        <a:p>
          <a:endParaRPr lang="en-IN"/>
        </a:p>
      </dgm:t>
    </dgm:pt>
    <dgm:pt modelId="{9F24AEFD-544C-43F6-A774-C6D2627D3A4C}">
      <dgm:prSet phldrT="[Text]"/>
      <dgm:spPr/>
      <dgm:t>
        <a:bodyPr/>
        <a:lstStyle/>
        <a:p>
          <a:r>
            <a:rPr lang="en-US" b="0" dirty="0">
              <a:solidFill>
                <a:schemeClr val="accent3">
                  <a:lumMod val="10000"/>
                </a:schemeClr>
              </a:solidFill>
              <a:latin typeface="Aptos"/>
            </a:rPr>
            <a:t>Predictions depend on data coverage</a:t>
          </a:r>
          <a:endParaRPr lang="en-IN" dirty="0">
            <a:solidFill>
              <a:schemeClr val="accent3">
                <a:lumMod val="10000"/>
              </a:schemeClr>
            </a:solidFill>
          </a:endParaRPr>
        </a:p>
      </dgm:t>
    </dgm:pt>
    <dgm:pt modelId="{40900DD6-DBDA-472C-9E68-1F8D5264BB25}" type="parTrans" cxnId="{CE019864-A3C1-47DE-A0FD-70CA4D735E92}">
      <dgm:prSet/>
      <dgm:spPr/>
      <dgm:t>
        <a:bodyPr/>
        <a:lstStyle/>
        <a:p>
          <a:endParaRPr lang="en-IN"/>
        </a:p>
      </dgm:t>
    </dgm:pt>
    <dgm:pt modelId="{3A7BC324-7108-462F-9FAA-717DCE1C852E}" type="sibTrans" cxnId="{CE019864-A3C1-47DE-A0FD-70CA4D735E92}">
      <dgm:prSet/>
      <dgm:spPr/>
      <dgm:t>
        <a:bodyPr/>
        <a:lstStyle/>
        <a:p>
          <a:endParaRPr lang="en-IN"/>
        </a:p>
      </dgm:t>
    </dgm:pt>
    <dgm:pt modelId="{7552F892-CE2E-4E6A-B966-800B7C102B21}">
      <dgm:prSet phldrT="[Text]"/>
      <dgm:spPr/>
      <dgm:t>
        <a:bodyPr/>
        <a:lstStyle/>
        <a:p>
          <a:r>
            <a:rPr lang="en-US" b="0" dirty="0">
              <a:solidFill>
                <a:schemeClr val="accent3">
                  <a:lumMod val="10000"/>
                </a:schemeClr>
              </a:solidFill>
              <a:latin typeface="Aptos"/>
            </a:rPr>
            <a:t>No direct skills/education columns</a:t>
          </a:r>
          <a:endParaRPr lang="en-IN" dirty="0">
            <a:solidFill>
              <a:schemeClr val="accent3">
                <a:lumMod val="10000"/>
              </a:schemeClr>
            </a:solidFill>
          </a:endParaRPr>
        </a:p>
      </dgm:t>
    </dgm:pt>
    <dgm:pt modelId="{8E2BA49E-5248-4090-9425-7257020C6732}" type="parTrans" cxnId="{0458F3E1-E098-4EC9-9397-E16711C9D5D6}">
      <dgm:prSet/>
      <dgm:spPr/>
      <dgm:t>
        <a:bodyPr/>
        <a:lstStyle/>
        <a:p>
          <a:endParaRPr lang="en-IN"/>
        </a:p>
      </dgm:t>
    </dgm:pt>
    <dgm:pt modelId="{8E1E134C-CD18-4CD0-8074-B6B442F4554F}" type="sibTrans" cxnId="{0458F3E1-E098-4EC9-9397-E16711C9D5D6}">
      <dgm:prSet/>
      <dgm:spPr/>
      <dgm:t>
        <a:bodyPr/>
        <a:lstStyle/>
        <a:p>
          <a:endParaRPr lang="en-IN"/>
        </a:p>
      </dgm:t>
    </dgm:pt>
    <dgm:pt modelId="{53E01453-C55B-4841-8A14-4FECE5414B44}">
      <dgm:prSet phldrT="[Text]"/>
      <dgm:spPr/>
      <dgm:t>
        <a:bodyPr/>
        <a:lstStyle/>
        <a:p>
          <a:r>
            <a:rPr lang="en-US" b="0" dirty="0">
              <a:solidFill>
                <a:schemeClr val="accent3">
                  <a:lumMod val="10000"/>
                </a:schemeClr>
              </a:solidFill>
              <a:latin typeface="Aptos"/>
            </a:rPr>
            <a:t>Connect charts to real data</a:t>
          </a:r>
          <a:endParaRPr lang="en-IN" dirty="0">
            <a:solidFill>
              <a:schemeClr val="accent3">
                <a:lumMod val="10000"/>
              </a:schemeClr>
            </a:solidFill>
          </a:endParaRPr>
        </a:p>
      </dgm:t>
    </dgm:pt>
    <dgm:pt modelId="{DD755469-F800-4E07-970C-F7F1BEE671EB}" type="parTrans" cxnId="{42C242A7-08A4-4278-B0B9-C8D2836CAA83}">
      <dgm:prSet/>
      <dgm:spPr/>
      <dgm:t>
        <a:bodyPr/>
        <a:lstStyle/>
        <a:p>
          <a:endParaRPr lang="en-IN"/>
        </a:p>
      </dgm:t>
    </dgm:pt>
    <dgm:pt modelId="{D55AE9E5-5932-4AC8-BE32-0DB4D3F5BA79}" type="sibTrans" cxnId="{42C242A7-08A4-4278-B0B9-C8D2836CAA83}">
      <dgm:prSet/>
      <dgm:spPr/>
      <dgm:t>
        <a:bodyPr/>
        <a:lstStyle/>
        <a:p>
          <a:endParaRPr lang="en-IN"/>
        </a:p>
      </dgm:t>
    </dgm:pt>
    <dgm:pt modelId="{9BA30C3D-33F4-4881-AF2E-5CF6BA4894CA}">
      <dgm:prSet phldrT="[Text]"/>
      <dgm:spPr/>
      <dgm:t>
        <a:bodyPr/>
        <a:lstStyle/>
        <a:p>
          <a:r>
            <a:rPr lang="en-IN" b="0" dirty="0">
              <a:solidFill>
                <a:schemeClr val="accent3">
                  <a:lumMod val="10000"/>
                </a:schemeClr>
              </a:solidFill>
              <a:latin typeface="Aptos"/>
            </a:rPr>
            <a:t>Improve validation and deployment</a:t>
          </a:r>
          <a:endParaRPr lang="en-IN" dirty="0">
            <a:solidFill>
              <a:schemeClr val="accent3">
                <a:lumMod val="10000"/>
              </a:schemeClr>
            </a:solidFill>
          </a:endParaRPr>
        </a:p>
      </dgm:t>
    </dgm:pt>
    <dgm:pt modelId="{1E2A8653-7EB3-4CBF-8704-8DC257E86077}" type="parTrans" cxnId="{CEF38573-858B-4A1C-83CB-595A1310FA80}">
      <dgm:prSet/>
      <dgm:spPr/>
      <dgm:t>
        <a:bodyPr/>
        <a:lstStyle/>
        <a:p>
          <a:endParaRPr lang="en-IN"/>
        </a:p>
      </dgm:t>
    </dgm:pt>
    <dgm:pt modelId="{92B37957-7F72-4BCF-8131-5DE4AA122910}" type="sibTrans" cxnId="{CEF38573-858B-4A1C-83CB-595A1310FA80}">
      <dgm:prSet/>
      <dgm:spPr/>
      <dgm:t>
        <a:bodyPr/>
        <a:lstStyle/>
        <a:p>
          <a:endParaRPr lang="en-IN"/>
        </a:p>
      </dgm:t>
    </dgm:pt>
    <dgm:pt modelId="{06566020-1761-4CAC-9F4F-9CEA10F584E5}" type="pres">
      <dgm:prSet presAssocID="{D5CD9FF9-2F0E-474A-9B91-E4B323A367F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7560DE30-C349-444E-B2B4-594DC7379724}" type="pres">
      <dgm:prSet presAssocID="{D831633B-7277-498E-B4F7-8004C83C4180}" presName="circle1" presStyleLbl="node1" presStyleIdx="0" presStyleCnt="2"/>
      <dgm:spPr/>
    </dgm:pt>
    <dgm:pt modelId="{00F059C3-9A0D-48B1-A92A-53D804D0FB10}" type="pres">
      <dgm:prSet presAssocID="{D831633B-7277-498E-B4F7-8004C83C4180}" presName="space" presStyleCnt="0"/>
      <dgm:spPr/>
    </dgm:pt>
    <dgm:pt modelId="{578B5101-FC56-40BA-939C-7E324C199616}" type="pres">
      <dgm:prSet presAssocID="{D831633B-7277-498E-B4F7-8004C83C4180}" presName="rect1" presStyleLbl="alignAcc1" presStyleIdx="0" presStyleCnt="2"/>
      <dgm:spPr/>
    </dgm:pt>
    <dgm:pt modelId="{E78DD966-87B9-4FF8-ADDA-A4E03CD434B3}" type="pres">
      <dgm:prSet presAssocID="{CDAE789C-7470-4681-81A4-CC1488332878}" presName="vertSpace2" presStyleLbl="node1" presStyleIdx="0" presStyleCnt="2"/>
      <dgm:spPr/>
    </dgm:pt>
    <dgm:pt modelId="{4F6DA6BF-253C-49FC-9B43-B057BB372CF7}" type="pres">
      <dgm:prSet presAssocID="{CDAE789C-7470-4681-81A4-CC1488332878}" presName="circle2" presStyleLbl="node1" presStyleIdx="1" presStyleCnt="2"/>
      <dgm:spPr/>
    </dgm:pt>
    <dgm:pt modelId="{F9B5FF30-CA51-4025-B993-6457E355CA34}" type="pres">
      <dgm:prSet presAssocID="{CDAE789C-7470-4681-81A4-CC1488332878}" presName="rect2" presStyleLbl="alignAcc1" presStyleIdx="1" presStyleCnt="2"/>
      <dgm:spPr/>
    </dgm:pt>
    <dgm:pt modelId="{A1C6773F-0EA4-424C-B169-71D7D19BADF6}" type="pres">
      <dgm:prSet presAssocID="{D831633B-7277-498E-B4F7-8004C83C4180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96AC5C2C-E241-457E-B3E7-A10B9E296E8A}" type="pres">
      <dgm:prSet presAssocID="{D831633B-7277-498E-B4F7-8004C83C4180}" presName="rect1ChTx" presStyleLbl="alignAcc1" presStyleIdx="1" presStyleCnt="2">
        <dgm:presLayoutVars>
          <dgm:bulletEnabled val="1"/>
        </dgm:presLayoutVars>
      </dgm:prSet>
      <dgm:spPr/>
    </dgm:pt>
    <dgm:pt modelId="{7035CD8A-E140-4263-BC49-DB520FBF6E5C}" type="pres">
      <dgm:prSet presAssocID="{CDAE789C-7470-4681-81A4-CC1488332878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7214B8EC-7D93-435E-B543-8E8C2057FC7D}" type="pres">
      <dgm:prSet presAssocID="{CDAE789C-7470-4681-81A4-CC1488332878}" presName="rect2ChTx" presStyleLbl="alignAcc1" presStyleIdx="1" presStyleCnt="2">
        <dgm:presLayoutVars>
          <dgm:bulletEnabled val="1"/>
        </dgm:presLayoutVars>
      </dgm:prSet>
      <dgm:spPr/>
    </dgm:pt>
  </dgm:ptLst>
  <dgm:cxnLst>
    <dgm:cxn modelId="{756E8A0B-DD8D-4EEA-BA2B-81F5945CF96D}" srcId="{D831633B-7277-498E-B4F7-8004C83C4180}" destId="{EBE43AFA-0F89-4FAF-8A45-78D055FC88C2}" srcOrd="0" destOrd="0" parTransId="{3421E13E-05B6-455B-B604-C27DB70C4060}" sibTransId="{DAE599FB-9B11-48C5-98FB-4348ACEA6041}"/>
    <dgm:cxn modelId="{66FE9A1B-C32A-482A-8C65-E56B51412104}" type="presOf" srcId="{CDAE789C-7470-4681-81A4-CC1488332878}" destId="{7035CD8A-E140-4263-BC49-DB520FBF6E5C}" srcOrd="1" destOrd="0" presId="urn:microsoft.com/office/officeart/2005/8/layout/target3"/>
    <dgm:cxn modelId="{324BC11F-C7F5-4550-A1E5-447E5AD8555B}" type="presOf" srcId="{D5CD9FF9-2F0E-474A-9B91-E4B323A367FA}" destId="{06566020-1761-4CAC-9F4F-9CEA10F584E5}" srcOrd="0" destOrd="0" presId="urn:microsoft.com/office/officeart/2005/8/layout/target3"/>
    <dgm:cxn modelId="{14E3B32A-BBE1-49AB-8430-F69748743E3C}" type="presOf" srcId="{EBE43AFA-0F89-4FAF-8A45-78D055FC88C2}" destId="{96AC5C2C-E241-457E-B3E7-A10B9E296E8A}" srcOrd="0" destOrd="0" presId="urn:microsoft.com/office/officeart/2005/8/layout/target3"/>
    <dgm:cxn modelId="{CE019864-A3C1-47DE-A0FD-70CA4D735E92}" srcId="{D831633B-7277-498E-B4F7-8004C83C4180}" destId="{9F24AEFD-544C-43F6-A774-C6D2627D3A4C}" srcOrd="2" destOrd="0" parTransId="{40900DD6-DBDA-472C-9E68-1F8D5264BB25}" sibTransId="{3A7BC324-7108-462F-9FAA-717DCE1C852E}"/>
    <dgm:cxn modelId="{A271474D-D7B9-4CAF-9417-EA5994277217}" srcId="{D831633B-7277-498E-B4F7-8004C83C4180}" destId="{185F5E5A-42B2-4AAD-9DBB-DC4D4892B80E}" srcOrd="1" destOrd="0" parTransId="{2889412A-7D99-4A5A-97C0-03DB693506D5}" sibTransId="{3CD616F8-8C9C-4F58-9DB2-492E2EC84800}"/>
    <dgm:cxn modelId="{200C044E-6F9E-4387-B85D-500BA61FD444}" srcId="{D5CD9FF9-2F0E-474A-9B91-E4B323A367FA}" destId="{D831633B-7277-498E-B4F7-8004C83C4180}" srcOrd="0" destOrd="0" parTransId="{23AA74FB-EA27-4D7D-8C7D-0DB8AC57C27D}" sibTransId="{C37A470F-48F3-4174-9CCB-AB0C8D1564EB}"/>
    <dgm:cxn modelId="{FF6E2170-BB2A-4B7E-B706-15FA045DC7F3}" type="presOf" srcId="{D831633B-7277-498E-B4F7-8004C83C4180}" destId="{578B5101-FC56-40BA-939C-7E324C199616}" srcOrd="0" destOrd="0" presId="urn:microsoft.com/office/officeart/2005/8/layout/target3"/>
    <dgm:cxn modelId="{CEF38573-858B-4A1C-83CB-595A1310FA80}" srcId="{CDAE789C-7470-4681-81A4-CC1488332878}" destId="{9BA30C3D-33F4-4881-AF2E-5CF6BA4894CA}" srcOrd="3" destOrd="0" parTransId="{1E2A8653-7EB3-4CBF-8704-8DC257E86077}" sibTransId="{92B37957-7F72-4BCF-8131-5DE4AA122910}"/>
    <dgm:cxn modelId="{70BBD77A-05F1-4817-9FBD-DF4DF32AFFA0}" type="presOf" srcId="{9F24AEFD-544C-43F6-A774-C6D2627D3A4C}" destId="{96AC5C2C-E241-457E-B3E7-A10B9E296E8A}" srcOrd="0" destOrd="2" presId="urn:microsoft.com/office/officeart/2005/8/layout/target3"/>
    <dgm:cxn modelId="{C25B8086-4F2C-45F3-A39D-77ED063E0AEE}" type="presOf" srcId="{56828F29-A00F-4E43-8864-E7B31E39FE35}" destId="{7214B8EC-7D93-435E-B543-8E8C2057FC7D}" srcOrd="0" destOrd="1" presId="urn:microsoft.com/office/officeart/2005/8/layout/target3"/>
    <dgm:cxn modelId="{D360DB8B-18B0-4D6A-80DD-4F5DA4B11BD8}" type="presOf" srcId="{D831633B-7277-498E-B4F7-8004C83C4180}" destId="{A1C6773F-0EA4-424C-B169-71D7D19BADF6}" srcOrd="1" destOrd="0" presId="urn:microsoft.com/office/officeart/2005/8/layout/target3"/>
    <dgm:cxn modelId="{DEBC9291-35A2-4D3A-9109-1FB5798954B6}" type="presOf" srcId="{185F5E5A-42B2-4AAD-9DBB-DC4D4892B80E}" destId="{96AC5C2C-E241-457E-B3E7-A10B9E296E8A}" srcOrd="0" destOrd="1" presId="urn:microsoft.com/office/officeart/2005/8/layout/target3"/>
    <dgm:cxn modelId="{16C19F97-FFE1-4EE2-B0BB-F8CD77788FD2}" type="presOf" srcId="{9BA30C3D-33F4-4881-AF2E-5CF6BA4894CA}" destId="{7214B8EC-7D93-435E-B543-8E8C2057FC7D}" srcOrd="0" destOrd="3" presId="urn:microsoft.com/office/officeart/2005/8/layout/target3"/>
    <dgm:cxn modelId="{42C242A7-08A4-4278-B0B9-C8D2836CAA83}" srcId="{CDAE789C-7470-4681-81A4-CC1488332878}" destId="{53E01453-C55B-4841-8A14-4FECE5414B44}" srcOrd="2" destOrd="0" parTransId="{DD755469-F800-4E07-970C-F7F1BEE671EB}" sibTransId="{D55AE9E5-5932-4AC8-BE32-0DB4D3F5BA79}"/>
    <dgm:cxn modelId="{5115CCAE-BC08-4094-9FAA-1D376EC9868D}" srcId="{CDAE789C-7470-4681-81A4-CC1488332878}" destId="{56828F29-A00F-4E43-8864-E7B31E39FE35}" srcOrd="1" destOrd="0" parTransId="{EACD9539-4E15-4D83-99DB-36FE7BCA4E18}" sibTransId="{3A0707D6-FF07-4D73-A48C-717880F405AC}"/>
    <dgm:cxn modelId="{EFF691B1-29F4-4CB1-B87C-9D69AC2FB407}" type="presOf" srcId="{3A417CF3-E6A3-44E8-9A70-C8ADEBBF605F}" destId="{7214B8EC-7D93-435E-B543-8E8C2057FC7D}" srcOrd="0" destOrd="0" presId="urn:microsoft.com/office/officeart/2005/8/layout/target3"/>
    <dgm:cxn modelId="{BE16EEDA-7850-46FA-AA4B-C0280FFEE263}" type="presOf" srcId="{7552F892-CE2E-4E6A-B966-800B7C102B21}" destId="{96AC5C2C-E241-457E-B3E7-A10B9E296E8A}" srcOrd="0" destOrd="3" presId="urn:microsoft.com/office/officeart/2005/8/layout/target3"/>
    <dgm:cxn modelId="{0458F3E1-E098-4EC9-9397-E16711C9D5D6}" srcId="{D831633B-7277-498E-B4F7-8004C83C4180}" destId="{7552F892-CE2E-4E6A-B966-800B7C102B21}" srcOrd="3" destOrd="0" parTransId="{8E2BA49E-5248-4090-9425-7257020C6732}" sibTransId="{8E1E134C-CD18-4CD0-8074-B6B442F4554F}"/>
    <dgm:cxn modelId="{3E088DEC-AE3E-4B0E-A4B2-5B1BE49B9FE6}" type="presOf" srcId="{CDAE789C-7470-4681-81A4-CC1488332878}" destId="{F9B5FF30-CA51-4025-B993-6457E355CA34}" srcOrd="0" destOrd="0" presId="urn:microsoft.com/office/officeart/2005/8/layout/target3"/>
    <dgm:cxn modelId="{0085BFF2-FA56-40B7-8B0A-A987A077571F}" srcId="{D5CD9FF9-2F0E-474A-9B91-E4B323A367FA}" destId="{CDAE789C-7470-4681-81A4-CC1488332878}" srcOrd="1" destOrd="0" parTransId="{33489BD8-7772-45BB-B771-6DA038A31F65}" sibTransId="{C6202D8C-970B-4E09-BEB1-79D266F79BC3}"/>
    <dgm:cxn modelId="{8D368EFE-26BD-4ABA-98B2-21C002F97843}" type="presOf" srcId="{53E01453-C55B-4841-8A14-4FECE5414B44}" destId="{7214B8EC-7D93-435E-B543-8E8C2057FC7D}" srcOrd="0" destOrd="2" presId="urn:microsoft.com/office/officeart/2005/8/layout/target3"/>
    <dgm:cxn modelId="{84BC32FF-94C6-4250-8D59-A894E798963B}" srcId="{CDAE789C-7470-4681-81A4-CC1488332878}" destId="{3A417CF3-E6A3-44E8-9A70-C8ADEBBF605F}" srcOrd="0" destOrd="0" parTransId="{1C2E3EE7-17C5-4A60-8F1D-3507C7666618}" sibTransId="{90074BB5-AEBD-47F2-AE62-C398A6552FBD}"/>
    <dgm:cxn modelId="{D30906F0-0913-4E05-8E94-427B557A5EC4}" type="presParOf" srcId="{06566020-1761-4CAC-9F4F-9CEA10F584E5}" destId="{7560DE30-C349-444E-B2B4-594DC7379724}" srcOrd="0" destOrd="0" presId="urn:microsoft.com/office/officeart/2005/8/layout/target3"/>
    <dgm:cxn modelId="{3A240E58-5325-44D3-9EA1-3D2E4B9CEEE4}" type="presParOf" srcId="{06566020-1761-4CAC-9F4F-9CEA10F584E5}" destId="{00F059C3-9A0D-48B1-A92A-53D804D0FB10}" srcOrd="1" destOrd="0" presId="urn:microsoft.com/office/officeart/2005/8/layout/target3"/>
    <dgm:cxn modelId="{B9F76F7F-70C9-4A44-8ECB-95D0D54487E6}" type="presParOf" srcId="{06566020-1761-4CAC-9F4F-9CEA10F584E5}" destId="{578B5101-FC56-40BA-939C-7E324C199616}" srcOrd="2" destOrd="0" presId="urn:microsoft.com/office/officeart/2005/8/layout/target3"/>
    <dgm:cxn modelId="{8559BD06-D8AF-4655-B67D-FB13FD974351}" type="presParOf" srcId="{06566020-1761-4CAC-9F4F-9CEA10F584E5}" destId="{E78DD966-87B9-4FF8-ADDA-A4E03CD434B3}" srcOrd="3" destOrd="0" presId="urn:microsoft.com/office/officeart/2005/8/layout/target3"/>
    <dgm:cxn modelId="{1473DA19-28C5-495D-8409-7F9DA2B03A26}" type="presParOf" srcId="{06566020-1761-4CAC-9F4F-9CEA10F584E5}" destId="{4F6DA6BF-253C-49FC-9B43-B057BB372CF7}" srcOrd="4" destOrd="0" presId="urn:microsoft.com/office/officeart/2005/8/layout/target3"/>
    <dgm:cxn modelId="{FCBC7F35-AD10-4054-AED2-841C8D998895}" type="presParOf" srcId="{06566020-1761-4CAC-9F4F-9CEA10F584E5}" destId="{F9B5FF30-CA51-4025-B993-6457E355CA34}" srcOrd="5" destOrd="0" presId="urn:microsoft.com/office/officeart/2005/8/layout/target3"/>
    <dgm:cxn modelId="{849A83E5-0230-4C6D-85AF-5F485BEBDAC8}" type="presParOf" srcId="{06566020-1761-4CAC-9F4F-9CEA10F584E5}" destId="{A1C6773F-0EA4-424C-B169-71D7D19BADF6}" srcOrd="6" destOrd="0" presId="urn:microsoft.com/office/officeart/2005/8/layout/target3"/>
    <dgm:cxn modelId="{1FD8A6AC-D3C1-4DD8-B502-5D6B32D6081B}" type="presParOf" srcId="{06566020-1761-4CAC-9F4F-9CEA10F584E5}" destId="{96AC5C2C-E241-457E-B3E7-A10B9E296E8A}" srcOrd="7" destOrd="0" presId="urn:microsoft.com/office/officeart/2005/8/layout/target3"/>
    <dgm:cxn modelId="{AB1496C6-0D48-44DA-879A-12EB762E06EB}" type="presParOf" srcId="{06566020-1761-4CAC-9F4F-9CEA10F584E5}" destId="{7035CD8A-E140-4263-BC49-DB520FBF6E5C}" srcOrd="8" destOrd="0" presId="urn:microsoft.com/office/officeart/2005/8/layout/target3"/>
    <dgm:cxn modelId="{8FED9F39-8EC2-4731-8F43-A779CE5DF809}" type="presParOf" srcId="{06566020-1761-4CAC-9F4F-9CEA10F584E5}" destId="{7214B8EC-7D93-435E-B543-8E8C2057FC7D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79981-4EAB-493B-919A-BFDD9019A132}">
      <dsp:nvSpPr>
        <dsp:cNvPr id="0" name=""/>
        <dsp:cNvSpPr/>
      </dsp:nvSpPr>
      <dsp:spPr>
        <a:xfrm>
          <a:off x="-3700037" y="-568450"/>
          <a:ext cx="4410453" cy="4410453"/>
        </a:xfrm>
        <a:prstGeom prst="blockArc">
          <a:avLst>
            <a:gd name="adj1" fmla="val 18900000"/>
            <a:gd name="adj2" fmla="val 2700000"/>
            <a:gd name="adj3" fmla="val 490"/>
          </a:avLst>
        </a:pr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54F0E9-8499-461A-9FB3-17B0321322FE}">
      <dsp:nvSpPr>
        <dsp:cNvPr id="0" name=""/>
        <dsp:cNvSpPr/>
      </dsp:nvSpPr>
      <dsp:spPr>
        <a:xfrm>
          <a:off x="372384" y="251670"/>
          <a:ext cx="6278321" cy="503603"/>
        </a:xfrm>
        <a:prstGeom prst="rect">
          <a:avLst/>
        </a:prstGeom>
        <a:solidFill>
          <a:schemeClr val="accent2"/>
        </a:solidFill>
        <a:ln w="50800" cap="flat" cmpd="sng" algn="ctr">
          <a:solidFill>
            <a:schemeClr val="lt1"/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399735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3">
                  <a:lumMod val="10000"/>
                </a:schemeClr>
              </a:solidFill>
            </a:rPr>
            <a:t>Central Place to view Key information and Navigate the App.</a:t>
          </a:r>
        </a:p>
      </dsp:txBody>
      <dsp:txXfrm>
        <a:off x="372384" y="251670"/>
        <a:ext cx="6278321" cy="503603"/>
      </dsp:txXfrm>
    </dsp:sp>
    <dsp:sp modelId="{D37BADBD-326E-4A67-9D1B-2558FE4276CD}">
      <dsp:nvSpPr>
        <dsp:cNvPr id="0" name=""/>
        <dsp:cNvSpPr/>
      </dsp:nvSpPr>
      <dsp:spPr>
        <a:xfrm>
          <a:off x="57632" y="188720"/>
          <a:ext cx="629504" cy="629504"/>
        </a:xfrm>
        <a:prstGeom prst="diamond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DC60E-D0AC-420D-B508-D1EE7EFB39F7}">
      <dsp:nvSpPr>
        <dsp:cNvPr id="0" name=""/>
        <dsp:cNvSpPr/>
      </dsp:nvSpPr>
      <dsp:spPr>
        <a:xfrm>
          <a:off x="661111" y="1007206"/>
          <a:ext cx="5989594" cy="503603"/>
        </a:xfrm>
        <a:prstGeom prst="rect">
          <a:avLst/>
        </a:prstGeom>
        <a:solidFill>
          <a:schemeClr val="accent2"/>
        </a:solidFill>
        <a:ln w="50800" cap="flat" cmpd="sng" algn="ctr">
          <a:solidFill>
            <a:schemeClr val="lt1"/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399735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accent3">
                  <a:lumMod val="10000"/>
                </a:schemeClr>
              </a:solidFill>
            </a:rPr>
            <a:t>React from send Profile details to Flask and displays the Response .</a:t>
          </a:r>
          <a:endParaRPr lang="en-US" sz="1400" kern="1200" dirty="0">
            <a:solidFill>
              <a:schemeClr val="accent3">
                <a:lumMod val="10000"/>
              </a:schemeClr>
            </a:solidFill>
          </a:endParaRPr>
        </a:p>
      </dsp:txBody>
      <dsp:txXfrm>
        <a:off x="661111" y="1007206"/>
        <a:ext cx="5989594" cy="503603"/>
      </dsp:txXfrm>
    </dsp:sp>
    <dsp:sp modelId="{9818F826-F4A0-4A35-A35A-F985F44C10A6}">
      <dsp:nvSpPr>
        <dsp:cNvPr id="0" name=""/>
        <dsp:cNvSpPr/>
      </dsp:nvSpPr>
      <dsp:spPr>
        <a:xfrm>
          <a:off x="346359" y="944256"/>
          <a:ext cx="629504" cy="629504"/>
        </a:xfrm>
        <a:prstGeom prst="diamond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7DC6F-2385-46A2-AAF6-0284F8FDA19E}">
      <dsp:nvSpPr>
        <dsp:cNvPr id="0" name=""/>
        <dsp:cNvSpPr/>
      </dsp:nvSpPr>
      <dsp:spPr>
        <a:xfrm>
          <a:off x="661111" y="1762742"/>
          <a:ext cx="5989594" cy="503603"/>
        </a:xfrm>
        <a:prstGeom prst="rect">
          <a:avLst/>
        </a:prstGeom>
        <a:solidFill>
          <a:schemeClr val="accent2"/>
        </a:solidFill>
        <a:ln w="50800" cap="flat" cmpd="sng" algn="ctr">
          <a:solidFill>
            <a:schemeClr val="lt1"/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399735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accent3">
                  <a:lumMod val="10000"/>
                </a:schemeClr>
              </a:solidFill>
            </a:rPr>
            <a:t>Evaluation metrices can be retrieved from the backend .</a:t>
          </a:r>
          <a:endParaRPr lang="en-US" sz="1400" kern="1200" dirty="0">
            <a:solidFill>
              <a:schemeClr val="accent3">
                <a:lumMod val="10000"/>
              </a:schemeClr>
            </a:solidFill>
          </a:endParaRPr>
        </a:p>
      </dsp:txBody>
      <dsp:txXfrm>
        <a:off x="661111" y="1762742"/>
        <a:ext cx="5989594" cy="503603"/>
      </dsp:txXfrm>
    </dsp:sp>
    <dsp:sp modelId="{9EE9039F-B8B1-4032-B783-A84AFB91CACF}">
      <dsp:nvSpPr>
        <dsp:cNvPr id="0" name=""/>
        <dsp:cNvSpPr/>
      </dsp:nvSpPr>
      <dsp:spPr>
        <a:xfrm>
          <a:off x="346359" y="1699791"/>
          <a:ext cx="629504" cy="629504"/>
        </a:xfrm>
        <a:prstGeom prst="diamond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F75118-588F-420D-9C46-A7F0AFBF30CD}">
      <dsp:nvSpPr>
        <dsp:cNvPr id="0" name=""/>
        <dsp:cNvSpPr/>
      </dsp:nvSpPr>
      <dsp:spPr>
        <a:xfrm>
          <a:off x="372384" y="2518278"/>
          <a:ext cx="6278321" cy="503603"/>
        </a:xfrm>
        <a:prstGeom prst="rect">
          <a:avLst/>
        </a:prstGeom>
        <a:solidFill>
          <a:schemeClr val="accent2"/>
        </a:solidFill>
        <a:ln w="50800" cap="flat" cmpd="sng" algn="ctr">
          <a:solidFill>
            <a:schemeClr val="lt1"/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399735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accent3">
                  <a:lumMod val="10000"/>
                </a:schemeClr>
              </a:solidFill>
            </a:rPr>
            <a:t>React and Vite provide a Web UI for Desktop and smaller screen.</a:t>
          </a:r>
          <a:endParaRPr lang="en-US" sz="1400" kern="1200" dirty="0">
            <a:solidFill>
              <a:schemeClr val="accent3">
                <a:lumMod val="10000"/>
              </a:schemeClr>
            </a:solidFill>
          </a:endParaRPr>
        </a:p>
      </dsp:txBody>
      <dsp:txXfrm>
        <a:off x="372384" y="2518278"/>
        <a:ext cx="6278321" cy="503603"/>
      </dsp:txXfrm>
    </dsp:sp>
    <dsp:sp modelId="{69A2CA0F-44DA-4C2B-808A-6ECB3C6E02FF}">
      <dsp:nvSpPr>
        <dsp:cNvPr id="0" name=""/>
        <dsp:cNvSpPr/>
      </dsp:nvSpPr>
      <dsp:spPr>
        <a:xfrm>
          <a:off x="57632" y="2455327"/>
          <a:ext cx="629504" cy="629504"/>
        </a:xfrm>
        <a:prstGeom prst="diamond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F1EE9-774F-4478-8FC8-80E67F2D88E2}">
      <dsp:nvSpPr>
        <dsp:cNvPr id="0" name=""/>
        <dsp:cNvSpPr/>
      </dsp:nvSpPr>
      <dsp:spPr>
        <a:xfrm rot="16200000">
          <a:off x="-1216238" y="1221814"/>
          <a:ext cx="4400296" cy="195666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Start Flask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>
            <a:solidFill>
              <a:schemeClr val="accent3">
                <a:lumMod val="10000"/>
              </a:schemeClr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kern="1200">
              <a:latin typeface="Aptos"/>
            </a:rPr>
            <a:t>Activate .venv → cd backend → python app.py</a:t>
          </a:r>
          <a:endParaRPr lang="en-IN" sz="2000" kern="1200" dirty="0"/>
        </a:p>
      </dsp:txBody>
      <dsp:txXfrm rot="5400000">
        <a:off x="5576" y="880059"/>
        <a:ext cx="1956667" cy="2640178"/>
      </dsp:txXfrm>
    </dsp:sp>
    <dsp:sp modelId="{6A83E92A-A15D-4DA1-8D56-4B6187EEDB5C}">
      <dsp:nvSpPr>
        <dsp:cNvPr id="0" name=""/>
        <dsp:cNvSpPr/>
      </dsp:nvSpPr>
      <dsp:spPr>
        <a:xfrm rot="16200000">
          <a:off x="887178" y="1221814"/>
          <a:ext cx="4400296" cy="195666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Start React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latin typeface="Aptos"/>
            </a:rPr>
            <a:t>Second terminal → cd salaryiq_frontend → npm run dev</a:t>
          </a:r>
          <a:endParaRPr lang="en-IN" sz="1800" kern="1200" dirty="0"/>
        </a:p>
      </dsp:txBody>
      <dsp:txXfrm rot="5400000">
        <a:off x="2108992" y="880059"/>
        <a:ext cx="1956667" cy="2640178"/>
      </dsp:txXfrm>
    </dsp:sp>
    <dsp:sp modelId="{11C026CE-F7BF-4745-88FD-7230697EB7C0}">
      <dsp:nvSpPr>
        <dsp:cNvPr id="0" name=""/>
        <dsp:cNvSpPr/>
      </dsp:nvSpPr>
      <dsp:spPr>
        <a:xfrm rot="16200000">
          <a:off x="2990595" y="1221814"/>
          <a:ext cx="4400296" cy="195666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>
              <a:latin typeface="Trebuchet MS (Body)"/>
            </a:rPr>
            <a:t>Open Dashboard</a:t>
          </a:r>
          <a:endParaRPr lang="en-IN" sz="2700" kern="1200" dirty="0">
            <a:latin typeface="Trebuchet MS (Body)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800" kern="1200" dirty="0">
            <a:solidFill>
              <a:schemeClr val="accent3">
                <a:lumMod val="10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kern="1200">
              <a:latin typeface="Aptos"/>
            </a:rPr>
            <a:t>Visit http://localhost:5173</a:t>
          </a:r>
          <a:endParaRPr lang="en-IN" sz="1800" kern="1200" dirty="0"/>
        </a:p>
      </dsp:txBody>
      <dsp:txXfrm rot="5400000">
        <a:off x="4212409" y="880059"/>
        <a:ext cx="1956667" cy="2640178"/>
      </dsp:txXfrm>
    </dsp:sp>
    <dsp:sp modelId="{BC6492CA-DF0C-48E8-A991-4726046E4059}">
      <dsp:nvSpPr>
        <dsp:cNvPr id="0" name=""/>
        <dsp:cNvSpPr/>
      </dsp:nvSpPr>
      <dsp:spPr>
        <a:xfrm rot="16200000">
          <a:off x="5124494" y="1221814"/>
          <a:ext cx="4400296" cy="195666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Run Prediction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kern="1200" dirty="0"/>
        </a:p>
      </dsp:txBody>
      <dsp:txXfrm rot="5400000">
        <a:off x="6346308" y="880059"/>
        <a:ext cx="1956667" cy="2640178"/>
      </dsp:txXfrm>
    </dsp:sp>
    <dsp:sp modelId="{A0980D53-7934-4BDE-B139-C61632F1227F}">
      <dsp:nvSpPr>
        <dsp:cNvPr id="0" name=""/>
        <dsp:cNvSpPr/>
      </dsp:nvSpPr>
      <dsp:spPr>
        <a:xfrm rot="16200000">
          <a:off x="7197430" y="1221814"/>
          <a:ext cx="4400296" cy="195666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Explain Result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kern="1200" dirty="0"/>
        </a:p>
      </dsp:txBody>
      <dsp:txXfrm rot="5400000">
        <a:off x="8419244" y="880059"/>
        <a:ext cx="1956667" cy="26401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0DE30-C349-444E-B2B4-594DC7379724}">
      <dsp:nvSpPr>
        <dsp:cNvPr id="0" name=""/>
        <dsp:cNvSpPr/>
      </dsp:nvSpPr>
      <dsp:spPr>
        <a:xfrm>
          <a:off x="0" y="0"/>
          <a:ext cx="4273973" cy="427397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8B5101-FC56-40BA-939C-7E324C199616}">
      <dsp:nvSpPr>
        <dsp:cNvPr id="0" name=""/>
        <dsp:cNvSpPr/>
      </dsp:nvSpPr>
      <dsp:spPr>
        <a:xfrm>
          <a:off x="2136986" y="0"/>
          <a:ext cx="5686213" cy="42739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>
              <a:latin typeface="Aptos"/>
            </a:rPr>
            <a:t>Current limitations</a:t>
          </a:r>
          <a:endParaRPr lang="en-IN" sz="2900" kern="1200" dirty="0"/>
        </a:p>
      </dsp:txBody>
      <dsp:txXfrm>
        <a:off x="2136986" y="0"/>
        <a:ext cx="2843106" cy="2030137"/>
      </dsp:txXfrm>
    </dsp:sp>
    <dsp:sp modelId="{4F6DA6BF-253C-49FC-9B43-B057BB372CF7}">
      <dsp:nvSpPr>
        <dsp:cNvPr id="0" name=""/>
        <dsp:cNvSpPr/>
      </dsp:nvSpPr>
      <dsp:spPr>
        <a:xfrm>
          <a:off x="1121917" y="2030137"/>
          <a:ext cx="2030137" cy="203013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B5FF30-CA51-4025-B993-6457E355CA34}">
      <dsp:nvSpPr>
        <dsp:cNvPr id="0" name=""/>
        <dsp:cNvSpPr/>
      </dsp:nvSpPr>
      <dsp:spPr>
        <a:xfrm>
          <a:off x="2136986" y="2030137"/>
          <a:ext cx="5686213" cy="20301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>
              <a:latin typeface="Aptos"/>
            </a:rPr>
            <a:t>Planned improvements</a:t>
          </a:r>
          <a:endParaRPr lang="en-IN" sz="2900" kern="1200" dirty="0"/>
        </a:p>
      </dsp:txBody>
      <dsp:txXfrm>
        <a:off x="2136986" y="2030137"/>
        <a:ext cx="2843106" cy="2030137"/>
      </dsp:txXfrm>
    </dsp:sp>
    <dsp:sp modelId="{96AC5C2C-E241-457E-B3E7-A10B9E296E8A}">
      <dsp:nvSpPr>
        <dsp:cNvPr id="0" name=""/>
        <dsp:cNvSpPr/>
      </dsp:nvSpPr>
      <dsp:spPr>
        <a:xfrm>
          <a:off x="4980093" y="0"/>
          <a:ext cx="2843106" cy="2030137"/>
        </a:xfrm>
        <a:prstGeom prst="rect">
          <a:avLst/>
        </a:prstGeom>
        <a:noFill/>
        <a:ln w="12700" cap="flat" cmpd="sng" algn="ctr">
          <a:noFill/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0" kern="1200" dirty="0">
              <a:latin typeface="Aptos"/>
            </a:rPr>
            <a:t>International dataset and USD target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Aptos"/>
            </a:rPr>
            <a:t>Baseline model accuracy is limited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solidFill>
                <a:schemeClr val="accent3">
                  <a:lumMod val="10000"/>
                </a:schemeClr>
              </a:solidFill>
              <a:latin typeface="Aptos"/>
            </a:rPr>
            <a:t>Predictions depend on data coverage</a:t>
          </a:r>
          <a:endParaRPr lang="en-IN" sz="1600" kern="1200" dirty="0">
            <a:solidFill>
              <a:schemeClr val="accent3">
                <a:lumMod val="10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solidFill>
                <a:schemeClr val="accent3">
                  <a:lumMod val="10000"/>
                </a:schemeClr>
              </a:solidFill>
              <a:latin typeface="Aptos"/>
            </a:rPr>
            <a:t>No direct skills/education columns</a:t>
          </a:r>
          <a:endParaRPr lang="en-IN" sz="1600" kern="1200" dirty="0">
            <a:solidFill>
              <a:schemeClr val="accent3">
                <a:lumMod val="10000"/>
              </a:schemeClr>
            </a:solidFill>
          </a:endParaRPr>
        </a:p>
      </dsp:txBody>
      <dsp:txXfrm>
        <a:off x="4980093" y="0"/>
        <a:ext cx="2843106" cy="2030137"/>
      </dsp:txXfrm>
    </dsp:sp>
    <dsp:sp modelId="{7214B8EC-7D93-435E-B543-8E8C2057FC7D}">
      <dsp:nvSpPr>
        <dsp:cNvPr id="0" name=""/>
        <dsp:cNvSpPr/>
      </dsp:nvSpPr>
      <dsp:spPr>
        <a:xfrm>
          <a:off x="4980093" y="2030137"/>
          <a:ext cx="2843106" cy="2030137"/>
        </a:xfrm>
        <a:prstGeom prst="rect">
          <a:avLst/>
        </a:prstGeom>
        <a:noFill/>
        <a:ln w="12700" cap="flat" cmpd="sng" algn="ctr">
          <a:noFill/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Aptos"/>
            </a:rPr>
            <a:t>Obtain suitable Indian salary data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Aptos"/>
            </a:rPr>
            <a:t>Retrain and validate for INR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solidFill>
                <a:schemeClr val="accent3">
                  <a:lumMod val="10000"/>
                </a:schemeClr>
              </a:solidFill>
              <a:latin typeface="Aptos"/>
            </a:rPr>
            <a:t>Connect charts to real data</a:t>
          </a:r>
          <a:endParaRPr lang="en-IN" sz="1600" kern="1200" dirty="0">
            <a:solidFill>
              <a:schemeClr val="accent3">
                <a:lumMod val="10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0" kern="1200" dirty="0">
              <a:solidFill>
                <a:schemeClr val="accent3">
                  <a:lumMod val="10000"/>
                </a:schemeClr>
              </a:solidFill>
              <a:latin typeface="Aptos"/>
            </a:rPr>
            <a:t>Improve validation and deployment</a:t>
          </a:r>
          <a:endParaRPr lang="en-IN" sz="1600" kern="1200" dirty="0">
            <a:solidFill>
              <a:schemeClr val="accent3">
                <a:lumMod val="10000"/>
              </a:schemeClr>
            </a:solidFill>
          </a:endParaRPr>
        </a:p>
      </dsp:txBody>
      <dsp:txXfrm>
        <a:off x="4980093" y="2030137"/>
        <a:ext cx="2843106" cy="2030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10/28/2026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9395968" cy="1654048"/>
          </a:xfrm>
        </p:spPr>
        <p:txBody>
          <a:bodyPr anchor="b">
            <a:normAutofit/>
          </a:bodyPr>
          <a:lstStyle/>
          <a:p>
            <a:r>
              <a:rPr lang="en-US" sz="4000" dirty="0"/>
              <a:t>Machine Learning-Based
Salary Estimation &amp; Career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4846320" cy="13422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Presented by:-</a:t>
            </a:r>
          </a:p>
          <a:p>
            <a:r>
              <a:rPr lang="en-US" dirty="0"/>
              <a:t>PRATHAM SINGH(202410101150056)</a:t>
            </a:r>
          </a:p>
          <a:p>
            <a:r>
              <a:rPr lang="en-US" dirty="0"/>
              <a:t>KRISHNA VERMA(202410101150014)</a:t>
            </a:r>
          </a:p>
        </p:txBody>
      </p:sp>
      <p:pic>
        <p:nvPicPr>
          <p:cNvPr id="5" name="Graphic 4" descr="Cobweb outline">
            <a:extLst>
              <a:ext uri="{FF2B5EF4-FFF2-40B4-BE49-F238E27FC236}">
                <a16:creationId xmlns:a16="http://schemas.microsoft.com/office/drawing/2014/main" id="{ADF2F0A0-5FD1-62F6-1DFD-5F7573E92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9096" y="2335096"/>
            <a:ext cx="3913632" cy="3913632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5BED06E-E8E2-756A-33B4-8A0358CB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CCF1C957-1041-E873-BBFF-DE3A40507F2D}"/>
              </a:ext>
            </a:extLst>
          </p:cNvPr>
          <p:cNvSpPr/>
          <p:nvPr/>
        </p:nvSpPr>
        <p:spPr>
          <a:xfrm>
            <a:off x="1078992" y="3902574"/>
            <a:ext cx="3108960" cy="566928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 err="1">
                <a:solidFill>
                  <a:schemeClr val="tx2">
                    <a:lumMod val="25000"/>
                  </a:schemeClr>
                </a:solidFill>
              </a:rPr>
              <a:t>B.Tech</a:t>
            </a:r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 DS(51,52)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D9A8461-E3C0-A02B-7853-4950B75B71CD}"/>
              </a:ext>
            </a:extLst>
          </p:cNvPr>
          <p:cNvSpPr/>
          <p:nvPr/>
        </p:nvSpPr>
        <p:spPr>
          <a:xfrm>
            <a:off x="1965960" y="4784790"/>
            <a:ext cx="3108960" cy="566928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To : </a:t>
            </a:r>
            <a:r>
              <a:rPr lang="en-IN" b="1" dirty="0">
                <a:solidFill>
                  <a:schemeClr val="tx2">
                    <a:lumMod val="25000"/>
                  </a:schemeClr>
                </a:solidFill>
              </a:rPr>
              <a:t>Raghav Sharma</a:t>
            </a:r>
            <a:endParaRPr b="1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569" y="322431"/>
            <a:ext cx="6012924" cy="1115568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Problems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860" y="4297902"/>
            <a:ext cx="7249712" cy="2076061"/>
          </a:xfrm>
          <a:noFill/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Aptos"/>
              </a:rPr>
              <a:t>Build an interactive dashboard that explores salary data and generates model-based estimates from job-profile information.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Links">
                <a:extLst>
                  <a:ext uri="{FF2B5EF4-FFF2-40B4-BE49-F238E27FC236}">
                    <a16:creationId xmlns:a16="http://schemas.microsoft.com/office/drawing/2014/main" id="{9BD92EC2-F8B0-8F93-AE81-53401EC975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0107377"/>
                  </p:ext>
                </p:extLst>
              </p:nvPr>
            </p:nvGraphicFramePr>
            <p:xfrm>
              <a:off x="8986791" y="3933644"/>
              <a:ext cx="3521439" cy="303513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521439" cy="3035130"/>
                    </a:xfrm>
                    <a:prstGeom prst="rect">
                      <a:avLst/>
                    </a:prstGeom>
                  </am3d:spPr>
                  <am3d:camera>
                    <am3d:pos x="0" y="0" z="747718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7812" d="1000000"/>
                    <am3d:preTrans dx="5737674" dy="-11363692" dz="-7500368"/>
                    <am3d:scale>
                      <am3d:sx n="1000000" d="1000000"/>
                      <am3d:sy n="1000000" d="1000000"/>
                      <am3d:sz n="1000000" d="1000000"/>
                    </am3d:scale>
                    <am3d:rot ax="104145" ay="745632" az="22411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7966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Links">
                <a:extLst>
                  <a:ext uri="{FF2B5EF4-FFF2-40B4-BE49-F238E27FC236}">
                    <a16:creationId xmlns:a16="http://schemas.microsoft.com/office/drawing/2014/main" id="{9BD92EC2-F8B0-8F93-AE81-53401EC975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6791" y="3933644"/>
                <a:ext cx="3521439" cy="303513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552E7F-F5AD-721E-75BE-F67E14028AD6}"/>
              </a:ext>
            </a:extLst>
          </p:cNvPr>
          <p:cNvSpPr/>
          <p:nvPr/>
        </p:nvSpPr>
        <p:spPr>
          <a:xfrm>
            <a:off x="585356" y="1726302"/>
            <a:ext cx="3136605" cy="159488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rgbClr val="F2F6FF"/>
              </a:solidFill>
              <a:latin typeface="Aptos"/>
            </a:endParaRPr>
          </a:p>
          <a:p>
            <a:pPr algn="ctr"/>
            <a:endParaRPr lang="en-IN" b="1" dirty="0">
              <a:solidFill>
                <a:srgbClr val="F2F6FF"/>
              </a:solidFill>
              <a:latin typeface="Aptos"/>
            </a:endParaRPr>
          </a:p>
          <a:p>
            <a:pPr algn="ctr"/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Trebuchet MS (Body)"/>
              </a:rPr>
              <a:t>Salary benchmarks vary by role, seniority, company size, and location.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C84D3A-5936-0D41-49BF-E335CDB95BC5}"/>
              </a:ext>
            </a:extLst>
          </p:cNvPr>
          <p:cNvSpPr/>
          <p:nvPr/>
        </p:nvSpPr>
        <p:spPr>
          <a:xfrm>
            <a:off x="8470039" y="1726302"/>
            <a:ext cx="3136605" cy="159488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ACB8CF"/>
              </a:solidFill>
              <a:latin typeface="Trebuchet MS (Body)"/>
            </a:endParaRPr>
          </a:p>
          <a:p>
            <a:endParaRPr lang="en-US" dirty="0">
              <a:solidFill>
                <a:srgbClr val="ACB8CF"/>
              </a:solidFill>
              <a:latin typeface="Trebuchet MS (Body)"/>
            </a:endParaRPr>
          </a:p>
          <a:p>
            <a:pPr algn="ctr"/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Trebuchet MS (Body)"/>
              </a:rPr>
              <a:t>Salary estimates should include model-performance information and limitations.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D884B3-FD54-9B80-EDA6-F278C0135B8B}"/>
              </a:ext>
            </a:extLst>
          </p:cNvPr>
          <p:cNvSpPr/>
          <p:nvPr/>
        </p:nvSpPr>
        <p:spPr>
          <a:xfrm>
            <a:off x="4282262" y="1750275"/>
            <a:ext cx="3627475" cy="159488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CB8CF"/>
              </a:solidFill>
              <a:latin typeface="Aptos"/>
            </a:endParaRPr>
          </a:p>
          <a:p>
            <a:pPr algn="ctr"/>
            <a:endParaRPr lang="en-US" dirty="0">
              <a:solidFill>
                <a:srgbClr val="ACB8CF"/>
              </a:solidFill>
              <a:latin typeface="Aptos"/>
            </a:endParaRPr>
          </a:p>
          <a:p>
            <a:pPr algn="ctr"/>
            <a:endParaRPr lang="en-US" dirty="0">
              <a:solidFill>
                <a:srgbClr val="ACB8CF"/>
              </a:solidFill>
              <a:latin typeface="Aptos"/>
            </a:endParaRPr>
          </a:p>
          <a:p>
            <a:pPr algn="ctr"/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Students and job seekers need a quicker way to explore historical salary </a:t>
            </a:r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Trebuchet MS (Body)"/>
              </a:rPr>
              <a:t>patterns</a:t>
            </a:r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0A4D96-A939-B001-4B54-672348EEC850}"/>
              </a:ext>
            </a:extLst>
          </p:cNvPr>
          <p:cNvSpPr txBox="1"/>
          <p:nvPr/>
        </p:nvSpPr>
        <p:spPr>
          <a:xfrm>
            <a:off x="776176" y="1726302"/>
            <a:ext cx="2945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521100"/>
                </a:solidFill>
                <a:latin typeface="Trebuchet MS (Body)"/>
              </a:rPr>
              <a:t>Scattered</a:t>
            </a:r>
            <a:r>
              <a:rPr lang="en-IN" sz="2000" b="1" dirty="0">
                <a:solidFill>
                  <a:srgbClr val="521100"/>
                </a:solidFill>
                <a:latin typeface="Aptos"/>
              </a:rPr>
              <a:t> information: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F612F8-DF2C-B851-D867-9F5823140907}"/>
              </a:ext>
            </a:extLst>
          </p:cNvPr>
          <p:cNvSpPr txBox="1"/>
          <p:nvPr/>
        </p:nvSpPr>
        <p:spPr>
          <a:xfrm>
            <a:off x="4282262" y="1750275"/>
            <a:ext cx="3627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521100"/>
                </a:solidFill>
                <a:latin typeface="Trebuchet MS (Body)"/>
              </a:rPr>
              <a:t>Time-consuming comparison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E2EB1-5F20-DBA0-FAF7-F2FF0676BA5A}"/>
              </a:ext>
            </a:extLst>
          </p:cNvPr>
          <p:cNvSpPr txBox="1"/>
          <p:nvPr/>
        </p:nvSpPr>
        <p:spPr>
          <a:xfrm>
            <a:off x="8470038" y="1769468"/>
            <a:ext cx="3397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521100"/>
                </a:solidFill>
                <a:latin typeface="Trebuchet MS (Body)"/>
              </a:rPr>
              <a:t>Need for context 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37426F-3BFF-8249-48B5-C33D68F37E50}"/>
              </a:ext>
            </a:extLst>
          </p:cNvPr>
          <p:cNvSpPr/>
          <p:nvPr/>
        </p:nvSpPr>
        <p:spPr>
          <a:xfrm>
            <a:off x="669851" y="4009648"/>
            <a:ext cx="3052110" cy="5765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521100"/>
                </a:solidFill>
                <a:latin typeface="Aptos"/>
              </a:rPr>
              <a:t>PROJECT GOAL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B6F127-F363-6FBD-F73D-0E6878AEE91A}"/>
              </a:ext>
            </a:extLst>
          </p:cNvPr>
          <p:cNvSpPr txBox="1"/>
          <p:nvPr/>
        </p:nvSpPr>
        <p:spPr>
          <a:xfrm>
            <a:off x="585356" y="1156866"/>
            <a:ext cx="390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Why build a salary intelligence tool?</a:t>
            </a:r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967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81F77C-4959-E476-E712-E2E06AF57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2" y="330247"/>
            <a:ext cx="11420856" cy="6232754"/>
          </a:xfrm>
          <a:prstGeom prst="rect">
            <a:avLst/>
          </a:prstGeom>
          <a:noFill/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913E8F1D-1588-344D-BB16-F0F4589D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en-US" dirty="0"/>
              <a:t>Application Features </a:t>
            </a:r>
          </a:p>
        </p:txBody>
      </p:sp>
      <p:pic>
        <p:nvPicPr>
          <p:cNvPr id="5" name="Content Placeholder 4" descr="Graph on document with pen">
            <a:extLst>
              <a:ext uri="{FF2B5EF4-FFF2-40B4-BE49-F238E27FC236}">
                <a16:creationId xmlns:a16="http://schemas.microsoft.com/office/drawing/2014/main" id="{4063211F-7A1D-547A-A970-EF53E1F18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64921" y="2677002"/>
            <a:ext cx="2860512" cy="2860512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00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7C1BAA4-05CB-0C7F-7740-EBE71CF7F7EC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608581904"/>
              </p:ext>
            </p:extLst>
          </p:nvPr>
        </p:nvGraphicFramePr>
        <p:xfrm>
          <a:off x="4233672" y="2523744"/>
          <a:ext cx="6693408" cy="3273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192386" cy="1041778"/>
          </a:xfrm>
          <a:noFill/>
        </p:spPr>
        <p:txBody>
          <a:bodyPr>
            <a:noAutofit/>
          </a:bodyPr>
          <a:lstStyle/>
          <a:p>
            <a:r>
              <a:rPr lang="en-US" dirty="0"/>
              <a:t>Dataset &amp; Input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730" y="5468538"/>
            <a:ext cx="10430540" cy="1161288"/>
          </a:xfrm>
          <a:noFill/>
        </p:spPr>
        <p:txBody>
          <a:bodyPr>
            <a:noAutofit/>
          </a:bodyPr>
          <a:lstStyle/>
          <a:p>
            <a:pPr algn="l"/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Aptos"/>
              </a:rPr>
              <a:t>Next phase: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source suitable Indian salary data, retrain and validate the model, then expose INR predictions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A0A6F-697A-F021-6B7C-30DF409227C0}"/>
              </a:ext>
            </a:extLst>
          </p:cNvPr>
          <p:cNvSpPr txBox="1"/>
          <p:nvPr/>
        </p:nvSpPr>
        <p:spPr>
          <a:xfrm>
            <a:off x="659218" y="1808686"/>
            <a:ext cx="47633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Current Dataset :</a:t>
            </a:r>
            <a:endParaRPr lang="en-IN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5792F-07BF-00B6-EEFA-D6F2C4B7F59A}"/>
              </a:ext>
            </a:extLst>
          </p:cNvPr>
          <p:cNvSpPr txBox="1"/>
          <p:nvPr/>
        </p:nvSpPr>
        <p:spPr>
          <a:xfrm>
            <a:off x="659218" y="2466753"/>
            <a:ext cx="45507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25000"/>
                  </a:schemeClr>
                </a:solidFill>
                <a:latin typeface="Aptos"/>
              </a:rPr>
              <a:t>Data Science Job Salaries (international dataset)</a:t>
            </a:r>
          </a:p>
          <a:p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B3ECA9-FF59-C10D-AEE3-69D0A61F7C75}"/>
              </a:ext>
            </a:extLst>
          </p:cNvPr>
          <p:cNvSpPr/>
          <p:nvPr/>
        </p:nvSpPr>
        <p:spPr>
          <a:xfrm>
            <a:off x="659218" y="3668233"/>
            <a:ext cx="4327452" cy="98882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F6FF"/>
              </a:solidFill>
              <a:latin typeface="Aptos"/>
            </a:endParaRPr>
          </a:p>
          <a:p>
            <a:pPr algn="ctr"/>
            <a:endParaRPr lang="en-US" dirty="0">
              <a:solidFill>
                <a:srgbClr val="F2F6FF"/>
              </a:solidFill>
              <a:latin typeface="Aptos"/>
            </a:endParaRPr>
          </a:p>
          <a:p>
            <a:pPr algn="ctr"/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This dataset is international; the current model target is USD, not INR.</a:t>
            </a:r>
          </a:p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40DF05-ED89-8161-1E77-2E1F149E189F}"/>
              </a:ext>
            </a:extLst>
          </p:cNvPr>
          <p:cNvSpPr txBox="1"/>
          <p:nvPr/>
        </p:nvSpPr>
        <p:spPr>
          <a:xfrm>
            <a:off x="861237" y="3691707"/>
            <a:ext cx="2721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Important limitation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05EE24-6772-7617-24A6-176DFFAA6864}"/>
              </a:ext>
            </a:extLst>
          </p:cNvPr>
          <p:cNvSpPr txBox="1"/>
          <p:nvPr/>
        </p:nvSpPr>
        <p:spPr>
          <a:xfrm>
            <a:off x="6982048" y="1658294"/>
            <a:ext cx="4221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Input 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Work Year and Experience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Employment Type and Job title.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Employee Residence and Company 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Remote work Ratio and Company Size</a:t>
            </a:r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36727984-4D54-4941-F7E8-69BEFE98F038}"/>
              </a:ext>
            </a:extLst>
          </p:cNvPr>
          <p:cNvSpPr/>
          <p:nvPr/>
        </p:nvSpPr>
        <p:spPr>
          <a:xfrm>
            <a:off x="951401" y="4388482"/>
            <a:ext cx="2344692" cy="676233"/>
          </a:xfrm>
          <a:prstGeom prst="foldedCorner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45" y="-59116"/>
            <a:ext cx="10506456" cy="1655064"/>
          </a:xfrm>
          <a:noFill/>
        </p:spPr>
        <p:txBody>
          <a:bodyPr>
            <a:noAutofit/>
          </a:bodyPr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199" y="5335524"/>
            <a:ext cx="9957602" cy="113135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2000" dirty="0">
                <a:latin typeface="Aptos"/>
              </a:rPr>
              <a:t>Random Forest is slightly better on these baseline metrics, but R² ≈ 0.36 indicates limited explanatory power. Predictions are estimates, not guarantees</a:t>
            </a:r>
            <a:r>
              <a:rPr lang="en-US" sz="2000" dirty="0">
                <a:solidFill>
                  <a:srgbClr val="ACB8CF"/>
                </a:solidFill>
                <a:latin typeface="Aptos"/>
              </a:rPr>
              <a:t>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9932A57A-3DE7-CECF-098A-A5F53A4E7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553" y="1866759"/>
            <a:ext cx="5268645" cy="225091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IN" sz="1800" b="1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LINEAR REGRESSION</a:t>
            </a:r>
          </a:p>
          <a:p>
            <a:endParaRPr lang="en-IN" sz="1800" dirty="0"/>
          </a:p>
          <a:p>
            <a:r>
              <a:rPr lang="pt-BR" sz="1800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MAE   $40,002.25
RMSE  $53,229.84
R²       0.3522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4C8C291-0DD7-D5B0-21B8-21E56CD88D42}"/>
              </a:ext>
            </a:extLst>
          </p:cNvPr>
          <p:cNvSpPr txBox="1">
            <a:spLocks/>
          </p:cNvSpPr>
          <p:nvPr/>
        </p:nvSpPr>
        <p:spPr>
          <a:xfrm>
            <a:off x="6316802" y="1866759"/>
            <a:ext cx="5268645" cy="225091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RANDOM FOREST</a:t>
            </a:r>
          </a:p>
          <a:p>
            <a:endParaRPr lang="en-IN" sz="1800" dirty="0"/>
          </a:p>
          <a:p>
            <a:r>
              <a:rPr lang="pt-BR" sz="1800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MAE   $39,398.01
RMSE  $52,829.22
R²       0.3619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1E92A-FF5A-8DD3-BDB4-9D97ECABEF41}"/>
              </a:ext>
            </a:extLst>
          </p:cNvPr>
          <p:cNvSpPr txBox="1"/>
          <p:nvPr/>
        </p:nvSpPr>
        <p:spPr>
          <a:xfrm>
            <a:off x="1033390" y="4495765"/>
            <a:ext cx="276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3">
                    <a:lumMod val="25000"/>
                  </a:schemeClr>
                </a:solidFill>
                <a:latin typeface="Aptos"/>
              </a:rPr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12" y="396240"/>
            <a:ext cx="10277856" cy="771144"/>
          </a:xfrm>
          <a:noFill/>
        </p:spPr>
        <p:txBody>
          <a:bodyPr>
            <a:noAutofit/>
          </a:bodyPr>
          <a:lstStyle/>
          <a:p>
            <a:r>
              <a:rPr lang="en-US" dirty="0"/>
              <a:t>Frontend-Backend Integration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3DAEFE-7900-BC21-1ED1-F162D4C38256}"/>
              </a:ext>
            </a:extLst>
          </p:cNvPr>
          <p:cNvSpPr/>
          <p:nvPr/>
        </p:nvSpPr>
        <p:spPr>
          <a:xfrm>
            <a:off x="416560" y="1417648"/>
            <a:ext cx="3738880" cy="20113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2ED326-A3F6-BE18-C77B-118B1AF04E08}"/>
              </a:ext>
            </a:extLst>
          </p:cNvPr>
          <p:cNvSpPr/>
          <p:nvPr/>
        </p:nvSpPr>
        <p:spPr>
          <a:xfrm>
            <a:off x="4318000" y="1417648"/>
            <a:ext cx="3738880" cy="20113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D14111-AA11-7CC8-63F2-D5BA77FE207C}"/>
              </a:ext>
            </a:extLst>
          </p:cNvPr>
          <p:cNvSpPr/>
          <p:nvPr/>
        </p:nvSpPr>
        <p:spPr>
          <a:xfrm>
            <a:off x="8219440" y="1417648"/>
            <a:ext cx="3728720" cy="20113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63EC8-5991-D020-30D1-949951B3C68A}"/>
              </a:ext>
            </a:extLst>
          </p:cNvPr>
          <p:cNvSpPr txBox="1"/>
          <p:nvPr/>
        </p:nvSpPr>
        <p:spPr>
          <a:xfrm>
            <a:off x="568960" y="1562854"/>
            <a:ext cx="31597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Collect Inputs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4F264-3233-E38F-7F72-98996523BC0A}"/>
              </a:ext>
            </a:extLst>
          </p:cNvPr>
          <p:cNvSpPr txBox="1"/>
          <p:nvPr/>
        </p:nvSpPr>
        <p:spPr>
          <a:xfrm>
            <a:off x="4469525" y="1569442"/>
            <a:ext cx="1993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 Send Request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FFDF20-C0CA-236D-3538-6341CD0AEE19}"/>
              </a:ext>
            </a:extLst>
          </p:cNvPr>
          <p:cNvSpPr txBox="1"/>
          <p:nvPr/>
        </p:nvSpPr>
        <p:spPr>
          <a:xfrm>
            <a:off x="8382000" y="1569442"/>
            <a:ext cx="2231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 Display Request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F5B6B-C1C2-D171-B115-C331E0EAED6E}"/>
              </a:ext>
            </a:extLst>
          </p:cNvPr>
          <p:cNvSpPr txBox="1"/>
          <p:nvPr/>
        </p:nvSpPr>
        <p:spPr>
          <a:xfrm>
            <a:off x="924560" y="2096878"/>
            <a:ext cx="2448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React form collects job-profile fields and validates required values.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1D247-F3E4-CC1F-E202-95DD37F416F4}"/>
              </a:ext>
            </a:extLst>
          </p:cNvPr>
          <p:cNvSpPr txBox="1"/>
          <p:nvPr/>
        </p:nvSpPr>
        <p:spPr>
          <a:xfrm>
            <a:off x="4500880" y="2100158"/>
            <a:ext cx="263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Axios sends JSON to Flask POST /predict.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616E3C-7197-675C-B5A7-1D6BAD80D777}"/>
              </a:ext>
            </a:extLst>
          </p:cNvPr>
          <p:cNvSpPr txBox="1"/>
          <p:nvPr/>
        </p:nvSpPr>
        <p:spPr>
          <a:xfrm>
            <a:off x="8470211" y="2100158"/>
            <a:ext cx="2888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The UI displays the estimate returned by the API.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D8FFAB-CCE4-C03C-1E63-29335E5ABF2B}"/>
              </a:ext>
            </a:extLst>
          </p:cNvPr>
          <p:cNvSpPr txBox="1"/>
          <p:nvPr/>
        </p:nvSpPr>
        <p:spPr>
          <a:xfrm>
            <a:off x="1017287" y="3989447"/>
            <a:ext cx="3318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LOCAL DEVELOPMENT</a:t>
            </a:r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35B3BE0F-89FC-DFA9-305E-0928B897423A}"/>
              </a:ext>
            </a:extLst>
          </p:cNvPr>
          <p:cNvSpPr/>
          <p:nvPr/>
        </p:nvSpPr>
        <p:spPr>
          <a:xfrm>
            <a:off x="1503680" y="4630559"/>
            <a:ext cx="4450080" cy="762000"/>
          </a:xfrm>
          <a:prstGeom prst="snip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Frontend  http://localhost:5173</a:t>
            </a:r>
          </a:p>
        </p:txBody>
      </p:sp>
      <p:sp>
        <p:nvSpPr>
          <p:cNvPr id="22" name="Rectangle: Top Corners One Rounded and One Snipped 21">
            <a:extLst>
              <a:ext uri="{FF2B5EF4-FFF2-40B4-BE49-F238E27FC236}">
                <a16:creationId xmlns:a16="http://schemas.microsoft.com/office/drawing/2014/main" id="{C442A0EE-EFA0-A0D9-635F-93DF5CCEEB84}"/>
              </a:ext>
            </a:extLst>
          </p:cNvPr>
          <p:cNvSpPr/>
          <p:nvPr/>
        </p:nvSpPr>
        <p:spPr>
          <a:xfrm>
            <a:off x="6624320" y="4630559"/>
            <a:ext cx="4450080" cy="762000"/>
          </a:xfrm>
          <a:prstGeom prst="snip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Backend  http://127.0.0.1:5000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537858-4332-7C8D-85F2-F0B92FCCF275}"/>
              </a:ext>
            </a:extLst>
          </p:cNvPr>
          <p:cNvSpPr txBox="1"/>
          <p:nvPr/>
        </p:nvSpPr>
        <p:spPr>
          <a:xfrm>
            <a:off x="1131784" y="5783996"/>
            <a:ext cx="8535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CORS allows the browser-based React app to call the local Flask API.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/>
              <a:t>Live Demonstration Plan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AE94CA-F9F8-9020-7AF9-2C2F207EE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1894591"/>
              </p:ext>
            </p:extLst>
          </p:nvPr>
        </p:nvGraphicFramePr>
        <p:xfrm>
          <a:off x="975360" y="2020824"/>
          <a:ext cx="10381488" cy="4400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08F0B-4F7D-4552-ABE8-0F16FF09F7F7}"/>
              </a:ext>
            </a:extLst>
          </p:cNvPr>
          <p:cNvSpPr txBox="1"/>
          <p:nvPr/>
        </p:nvSpPr>
        <p:spPr>
          <a:xfrm>
            <a:off x="7366000" y="4053840"/>
            <a:ext cx="1656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ptos"/>
              </a:rPr>
              <a:t>Enter profile details and submit the 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BC7D0-6626-CCA1-04E3-A911A6EB474C}"/>
              </a:ext>
            </a:extLst>
          </p:cNvPr>
          <p:cNvSpPr txBox="1"/>
          <p:nvPr/>
        </p:nvSpPr>
        <p:spPr>
          <a:xfrm>
            <a:off x="9560560" y="4053840"/>
            <a:ext cx="1656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ptos"/>
              </a:rPr>
              <a:t>Show estimate, metrics, and model limitations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512" y="623571"/>
            <a:ext cx="10277856" cy="882904"/>
          </a:xfrm>
          <a:noFill/>
        </p:spPr>
        <p:txBody>
          <a:bodyPr>
            <a:noAutofit/>
          </a:bodyPr>
          <a:lstStyle/>
          <a:p>
            <a:r>
              <a:rPr lang="en-US" dirty="0"/>
              <a:t>Limitations &amp; Future 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3F922-669F-7D93-0C1C-D5B16E3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6E8F84B-A8ED-0D45-882B-F02F173D9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3850944"/>
              </p:ext>
            </p:extLst>
          </p:nvPr>
        </p:nvGraphicFramePr>
        <p:xfrm>
          <a:off x="794512" y="1669627"/>
          <a:ext cx="7823200" cy="4273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5213A3-57FE-F05A-656C-88D565C94F88}"/>
              </a:ext>
            </a:extLst>
          </p:cNvPr>
          <p:cNvSpPr txBox="1"/>
          <p:nvPr/>
        </p:nvSpPr>
        <p:spPr>
          <a:xfrm>
            <a:off x="8868023" y="2438400"/>
            <a:ext cx="1879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97E0A-DCEF-53C6-EB7B-EEEF6A7F76B6}"/>
              </a:ext>
            </a:extLst>
          </p:cNvPr>
          <p:cNvSpPr txBox="1"/>
          <p:nvPr/>
        </p:nvSpPr>
        <p:spPr>
          <a:xfrm>
            <a:off x="8868022" y="2953420"/>
            <a:ext cx="28769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Aptos"/>
              </a:rPr>
              <a:t>• Use documented, legally          usable data
• Evaluate on held-out records
• Compare multiple models
• Clearly label currency and uncertainty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{BB74BBD3-5A47-4B30-811D-56A685472B16}TFe0477ef9-9f2d-4b87-affc-d12e0392d854559ff90c_win32-318c398b1f8a</Template>
  <TotalTime>1334</TotalTime>
  <Words>497</Words>
  <Application>Microsoft Office PowerPoint</Application>
  <PresentationFormat>Widescreen</PresentationFormat>
  <Paragraphs>98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Garamond</vt:lpstr>
      <vt:lpstr>Trebuchet MS</vt:lpstr>
      <vt:lpstr>Trebuchet MS (Body)</vt:lpstr>
      <vt:lpstr>Custom</vt:lpstr>
      <vt:lpstr>Machine Learning-Based
Salary Estimation &amp; Career Intelligence</vt:lpstr>
      <vt:lpstr>Problems &amp; Motivation</vt:lpstr>
      <vt:lpstr>PowerPoint Presentation</vt:lpstr>
      <vt:lpstr>Application Features </vt:lpstr>
      <vt:lpstr>Dataset &amp; Input Features</vt:lpstr>
      <vt:lpstr>Model Evaluation</vt:lpstr>
      <vt:lpstr>Frontend-Backend Integration</vt:lpstr>
      <vt:lpstr>Live Demonstration Plan </vt:lpstr>
      <vt:lpstr>Limitations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 Singh</dc:creator>
  <cp:lastModifiedBy>Pratham Singh</cp:lastModifiedBy>
  <cp:revision>1</cp:revision>
  <dcterms:created xsi:type="dcterms:W3CDTF">2026-10-27T08:31:04Z</dcterms:created>
  <dcterms:modified xsi:type="dcterms:W3CDTF">2026-10-28T20:41:05Z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